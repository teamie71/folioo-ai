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60" r:id="rId3"/>
    <p:sldId id="259" r:id="rId4"/>
    <p:sldId id="261" r:id="rId5"/>
    <p:sldId id="262" r:id="rId6"/>
    <p:sldId id="283" r:id="rId7"/>
    <p:sldId id="284" r:id="rId8"/>
    <p:sldId id="263" r:id="rId9"/>
    <p:sldId id="264" r:id="rId10"/>
    <p:sldId id="290" r:id="rId11"/>
    <p:sldId id="289" r:id="rId12"/>
    <p:sldId id="291" r:id="rId13"/>
    <p:sldId id="292" r:id="rId14"/>
    <p:sldId id="265" r:id="rId15"/>
    <p:sldId id="266" r:id="rId16"/>
    <p:sldId id="277" r:id="rId17"/>
    <p:sldId id="278" r:id="rId18"/>
    <p:sldId id="267" r:id="rId19"/>
    <p:sldId id="268" r:id="rId20"/>
    <p:sldId id="269" r:id="rId21"/>
    <p:sldId id="281" r:id="rId22"/>
    <p:sldId id="279" r:id="rId23"/>
    <p:sldId id="282" r:id="rId24"/>
    <p:sldId id="271" r:id="rId25"/>
    <p:sldId id="272" r:id="rId26"/>
    <p:sldId id="275" r:id="rId27"/>
    <p:sldId id="276" r:id="rId28"/>
    <p:sldId id="273" r:id="rId29"/>
    <p:sldId id="288" r:id="rId30"/>
    <p:sldId id="287" r:id="rId31"/>
    <p:sldId id="274" r:id="rId32"/>
    <p:sldId id="285" r:id="rId33"/>
    <p:sldId id="286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60C5"/>
    <a:srgbClr val="BEF200"/>
    <a:srgbClr val="C8FE00"/>
    <a:srgbClr val="A0CC00"/>
    <a:srgbClr val="DFF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507B99-F836-408F-887B-CBF69CD6DA9E}" v="79" dt="2026-05-18T04:56:49.2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1534" autoAdjust="0"/>
  </p:normalViewPr>
  <p:slideViewPr>
    <p:cSldViewPr snapToGrid="0">
      <p:cViewPr varScale="1">
        <p:scale>
          <a:sx n="62" d="100"/>
          <a:sy n="62" d="100"/>
        </p:scale>
        <p:origin x="96" y="12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in Kim" userId="7a391c569b417ca4" providerId="LiveId" clId="{DDC4B82C-4C57-4125-A5DA-3B4D02FEC319}"/>
    <pc:docChg chg="undo custSel addSld delSld modSld sldOrd">
      <pc:chgData name="Subin Kim" userId="7a391c569b417ca4" providerId="LiveId" clId="{DDC4B82C-4C57-4125-A5DA-3B4D02FEC319}" dt="2026-05-18T04:56:41.131" v="2443" actId="6549"/>
      <pc:docMkLst>
        <pc:docMk/>
      </pc:docMkLst>
      <pc:sldChg chg="addSp modSp mod">
        <pc:chgData name="Subin Kim" userId="7a391c569b417ca4" providerId="LiveId" clId="{DDC4B82C-4C57-4125-A5DA-3B4D02FEC319}" dt="2026-05-16T14:28:09.378" v="1710" actId="20577"/>
        <pc:sldMkLst>
          <pc:docMk/>
          <pc:sldMk cId="2491716396" sldId="256"/>
        </pc:sldMkLst>
        <pc:spChg chg="add mod">
          <ac:chgData name="Subin Kim" userId="7a391c569b417ca4" providerId="LiveId" clId="{DDC4B82C-4C57-4125-A5DA-3B4D02FEC319}" dt="2026-05-16T14:28:09.378" v="1710" actId="20577"/>
          <ac:spMkLst>
            <pc:docMk/>
            <pc:sldMk cId="2491716396" sldId="256"/>
            <ac:spMk id="2" creationId="{26011A99-7209-7D7F-0F36-8BF8772D67BC}"/>
          </ac:spMkLst>
        </pc:spChg>
        <pc:spChg chg="mod">
          <ac:chgData name="Subin Kim" userId="7a391c569b417ca4" providerId="LiveId" clId="{DDC4B82C-4C57-4125-A5DA-3B4D02FEC319}" dt="2026-05-16T14:27:21.481" v="1578" actId="1076"/>
          <ac:spMkLst>
            <pc:docMk/>
            <pc:sldMk cId="2491716396" sldId="256"/>
            <ac:spMk id="4" creationId="{F395DA8A-70B2-B18C-CC6B-BBB0050AA996}"/>
          </ac:spMkLst>
        </pc:spChg>
        <pc:spChg chg="mod">
          <ac:chgData name="Subin Kim" userId="7a391c569b417ca4" providerId="LiveId" clId="{DDC4B82C-4C57-4125-A5DA-3B4D02FEC319}" dt="2026-05-16T14:27:21.481" v="1578" actId="1076"/>
          <ac:spMkLst>
            <pc:docMk/>
            <pc:sldMk cId="2491716396" sldId="256"/>
            <ac:spMk id="7" creationId="{9386B620-B5DC-B1A6-FD64-3C0B6B966E1E}"/>
          </ac:spMkLst>
        </pc:spChg>
        <pc:spChg chg="mod">
          <ac:chgData name="Subin Kim" userId="7a391c569b417ca4" providerId="LiveId" clId="{DDC4B82C-4C57-4125-A5DA-3B4D02FEC319}" dt="2026-05-16T14:27:56.270" v="1677" actId="14100"/>
          <ac:spMkLst>
            <pc:docMk/>
            <pc:sldMk cId="2491716396" sldId="256"/>
            <ac:spMk id="8" creationId="{065BFCF0-7602-8DAC-491C-A9FD05063714}"/>
          </ac:spMkLst>
        </pc:spChg>
        <pc:spChg chg="mod">
          <ac:chgData name="Subin Kim" userId="7a391c569b417ca4" providerId="LiveId" clId="{DDC4B82C-4C57-4125-A5DA-3B4D02FEC319}" dt="2026-05-16T14:27:21.481" v="1578" actId="1076"/>
          <ac:spMkLst>
            <pc:docMk/>
            <pc:sldMk cId="2491716396" sldId="256"/>
            <ac:spMk id="9" creationId="{24F5F83F-EF60-FD3D-30DE-E2D1476FF802}"/>
          </ac:spMkLst>
        </pc:spChg>
        <pc:spChg chg="mod">
          <ac:chgData name="Subin Kim" userId="7a391c569b417ca4" providerId="LiveId" clId="{DDC4B82C-4C57-4125-A5DA-3B4D02FEC319}" dt="2026-05-16T14:28:05.367" v="1701" actId="20577"/>
          <ac:spMkLst>
            <pc:docMk/>
            <pc:sldMk cId="2491716396" sldId="256"/>
            <ac:spMk id="10" creationId="{2507D037-C340-936E-AB9C-9D44E52A02BB}"/>
          </ac:spMkLst>
        </pc:spChg>
        <pc:graphicFrameChg chg="mod">
          <ac:chgData name="Subin Kim" userId="7a391c569b417ca4" providerId="LiveId" clId="{DDC4B82C-4C57-4125-A5DA-3B4D02FEC319}" dt="2026-05-16T14:27:21.481" v="1578" actId="1076"/>
          <ac:graphicFrameMkLst>
            <pc:docMk/>
            <pc:sldMk cId="2491716396" sldId="256"/>
            <ac:graphicFrameMk id="6" creationId="{F99B425F-9169-295C-4389-C8E6F81F01A4}"/>
          </ac:graphicFrameMkLst>
        </pc:graphicFrameChg>
      </pc:sldChg>
      <pc:sldChg chg="modNotesTx">
        <pc:chgData name="Subin Kim" userId="7a391c569b417ca4" providerId="LiveId" clId="{DDC4B82C-4C57-4125-A5DA-3B4D02FEC319}" dt="2026-05-17T08:50:40.341" v="2284" actId="20577"/>
        <pc:sldMkLst>
          <pc:docMk/>
          <pc:sldMk cId="3792226924" sldId="259"/>
        </pc:sldMkLst>
      </pc:sldChg>
      <pc:sldChg chg="addSp delSp modSp mod modNotesTx">
        <pc:chgData name="Subin Kim" userId="7a391c569b417ca4" providerId="LiveId" clId="{DDC4B82C-4C57-4125-A5DA-3B4D02FEC319}" dt="2026-05-17T08:50:31.398" v="2283" actId="20577"/>
        <pc:sldMkLst>
          <pc:docMk/>
          <pc:sldMk cId="3019378474" sldId="260"/>
        </pc:sldMkLst>
      </pc:sldChg>
      <pc:sldChg chg="ord modNotesTx">
        <pc:chgData name="Subin Kim" userId="7a391c569b417ca4" providerId="LiveId" clId="{DDC4B82C-4C57-4125-A5DA-3B4D02FEC319}" dt="2026-05-17T08:50:45.818" v="2287" actId="20577"/>
        <pc:sldMkLst>
          <pc:docMk/>
          <pc:sldMk cId="1660402810" sldId="261"/>
        </pc:sldMkLst>
      </pc:sldChg>
      <pc:sldChg chg="ord modNotesTx">
        <pc:chgData name="Subin Kim" userId="7a391c569b417ca4" providerId="LiveId" clId="{DDC4B82C-4C57-4125-A5DA-3B4D02FEC319}" dt="2026-05-17T08:50:52.579" v="2289" actId="20577"/>
        <pc:sldMkLst>
          <pc:docMk/>
          <pc:sldMk cId="3047337401" sldId="262"/>
        </pc:sldMkLst>
      </pc:sldChg>
      <pc:sldChg chg="addSp delSp modSp mod modNotesTx">
        <pc:chgData name="Subin Kim" userId="7a391c569b417ca4" providerId="LiveId" clId="{DDC4B82C-4C57-4125-A5DA-3B4D02FEC319}" dt="2026-05-18T03:59:30.471" v="2324" actId="20577"/>
        <pc:sldMkLst>
          <pc:docMk/>
          <pc:sldMk cId="2318390526" sldId="263"/>
        </pc:sldMkLst>
        <pc:spChg chg="add mod">
          <ac:chgData name="Subin Kim" userId="7a391c569b417ca4" providerId="LiveId" clId="{DDC4B82C-4C57-4125-A5DA-3B4D02FEC319}" dt="2026-05-16T13:28:49.060" v="105" actId="1076"/>
          <ac:spMkLst>
            <pc:docMk/>
            <pc:sldMk cId="2318390526" sldId="263"/>
            <ac:spMk id="3" creationId="{C0595295-D2AA-26A1-BA72-69EF19B3434F}"/>
          </ac:spMkLst>
        </pc:spChg>
        <pc:spChg chg="add mod">
          <ac:chgData name="Subin Kim" userId="7a391c569b417ca4" providerId="LiveId" clId="{DDC4B82C-4C57-4125-A5DA-3B4D02FEC319}" dt="2026-05-16T13:32:17.241" v="113" actId="1076"/>
          <ac:spMkLst>
            <pc:docMk/>
            <pc:sldMk cId="2318390526" sldId="263"/>
            <ac:spMk id="5" creationId="{60189CC5-2A7E-8337-B753-54402219C8B5}"/>
          </ac:spMkLst>
        </pc:spChg>
        <pc:spChg chg="mod">
          <ac:chgData name="Subin Kim" userId="7a391c569b417ca4" providerId="LiveId" clId="{DDC4B82C-4C57-4125-A5DA-3B4D02FEC319}" dt="2026-05-16T13:28:34.512" v="103" actId="255"/>
          <ac:spMkLst>
            <pc:docMk/>
            <pc:sldMk cId="2318390526" sldId="263"/>
            <ac:spMk id="17" creationId="{76C2A45B-3B79-C61D-812D-635F96DA479B}"/>
          </ac:spMkLst>
        </pc:spChg>
      </pc:sldChg>
      <pc:sldChg chg="modSp mod modNotesTx">
        <pc:chgData name="Subin Kim" userId="7a391c569b417ca4" providerId="LiveId" clId="{DDC4B82C-4C57-4125-A5DA-3B4D02FEC319}" dt="2026-05-18T04:55:08.292" v="2436" actId="6549"/>
        <pc:sldMkLst>
          <pc:docMk/>
          <pc:sldMk cId="2086605207" sldId="264"/>
        </pc:sldMkLst>
        <pc:spChg chg="mod">
          <ac:chgData name="Subin Kim" userId="7a391c569b417ca4" providerId="LiveId" clId="{DDC4B82C-4C57-4125-A5DA-3B4D02FEC319}" dt="2026-05-16T13:28:19.337" v="100" actId="1076"/>
          <ac:spMkLst>
            <pc:docMk/>
            <pc:sldMk cId="2086605207" sldId="264"/>
            <ac:spMk id="8" creationId="{38A06278-A43D-1868-B291-F99AEB61605A}"/>
          </ac:spMkLst>
        </pc:spChg>
        <pc:spChg chg="mod">
          <ac:chgData name="Subin Kim" userId="7a391c569b417ca4" providerId="LiveId" clId="{DDC4B82C-4C57-4125-A5DA-3B4D02FEC319}" dt="2026-05-16T13:28:16.549" v="99" actId="1076"/>
          <ac:spMkLst>
            <pc:docMk/>
            <pc:sldMk cId="2086605207" sldId="264"/>
            <ac:spMk id="12" creationId="{AE3FB2AB-BB9F-A11F-1225-0D1121694F7A}"/>
          </ac:spMkLst>
        </pc:spChg>
        <pc:spChg chg="mod">
          <ac:chgData name="Subin Kim" userId="7a391c569b417ca4" providerId="LiveId" clId="{DDC4B82C-4C57-4125-A5DA-3B4D02FEC319}" dt="2026-05-16T13:28:16.549" v="99" actId="1076"/>
          <ac:spMkLst>
            <pc:docMk/>
            <pc:sldMk cId="2086605207" sldId="264"/>
            <ac:spMk id="17" creationId="{FACDFBF0-1DC5-988D-0601-512160B98131}"/>
          </ac:spMkLst>
        </pc:spChg>
      </pc:sldChg>
      <pc:sldChg chg="modSp mod modNotesTx">
        <pc:chgData name="Subin Kim" userId="7a391c569b417ca4" providerId="LiveId" clId="{DDC4B82C-4C57-4125-A5DA-3B4D02FEC319}" dt="2026-05-18T04:55:24.187" v="2437" actId="6549"/>
        <pc:sldMkLst>
          <pc:docMk/>
          <pc:sldMk cId="952800239" sldId="265"/>
        </pc:sldMkLst>
        <pc:spChg chg="mod">
          <ac:chgData name="Subin Kim" userId="7a391c569b417ca4" providerId="LiveId" clId="{DDC4B82C-4C57-4125-A5DA-3B4D02FEC319}" dt="2026-05-16T13:35:09.661" v="230" actId="1036"/>
          <ac:spMkLst>
            <pc:docMk/>
            <pc:sldMk cId="952800239" sldId="265"/>
            <ac:spMk id="8" creationId="{D51CD091-7CA3-88BD-EECF-4181FF8E4B85}"/>
          </ac:spMkLst>
        </pc:spChg>
        <pc:spChg chg="mod">
          <ac:chgData name="Subin Kim" userId="7a391c569b417ca4" providerId="LiveId" clId="{DDC4B82C-4C57-4125-A5DA-3B4D02FEC319}" dt="2026-05-16T13:35:09.661" v="230" actId="1036"/>
          <ac:spMkLst>
            <pc:docMk/>
            <pc:sldMk cId="952800239" sldId="265"/>
            <ac:spMk id="9" creationId="{41F12051-87C3-40FD-65DB-D9664ED3B644}"/>
          </ac:spMkLst>
        </pc:spChg>
        <pc:spChg chg="mod">
          <ac:chgData name="Subin Kim" userId="7a391c569b417ca4" providerId="LiveId" clId="{DDC4B82C-4C57-4125-A5DA-3B4D02FEC319}" dt="2026-05-16T13:35:09.661" v="230" actId="1036"/>
          <ac:spMkLst>
            <pc:docMk/>
            <pc:sldMk cId="952800239" sldId="265"/>
            <ac:spMk id="10" creationId="{257E233C-C34B-DDB5-6405-9B44D8C5108E}"/>
          </ac:spMkLst>
        </pc:spChg>
        <pc:spChg chg="mod">
          <ac:chgData name="Subin Kim" userId="7a391c569b417ca4" providerId="LiveId" clId="{DDC4B82C-4C57-4125-A5DA-3B4D02FEC319}" dt="2026-05-16T13:27:44.938" v="86" actId="1036"/>
          <ac:spMkLst>
            <pc:docMk/>
            <pc:sldMk cId="952800239" sldId="265"/>
            <ac:spMk id="12" creationId="{CEC243FA-CBA8-3963-0509-6EA204FE7461}"/>
          </ac:spMkLst>
        </pc:spChg>
        <pc:spChg chg="mod">
          <ac:chgData name="Subin Kim" userId="7a391c569b417ca4" providerId="LiveId" clId="{DDC4B82C-4C57-4125-A5DA-3B4D02FEC319}" dt="2026-05-16T13:27:02.213" v="66" actId="255"/>
          <ac:spMkLst>
            <pc:docMk/>
            <pc:sldMk cId="952800239" sldId="265"/>
            <ac:spMk id="17" creationId="{F44FBD74-6CF3-A8FB-56BF-78B59C1B22E5}"/>
          </ac:spMkLst>
        </pc:spChg>
        <pc:spChg chg="mod">
          <ac:chgData name="Subin Kim" userId="7a391c569b417ca4" providerId="LiveId" clId="{DDC4B82C-4C57-4125-A5DA-3B4D02FEC319}" dt="2026-05-16T13:27:31.717" v="73" actId="1076"/>
          <ac:spMkLst>
            <pc:docMk/>
            <pc:sldMk cId="952800239" sldId="265"/>
            <ac:spMk id="19" creationId="{21CA30F7-4C0A-87BE-7A4E-8455606C10BD}"/>
          </ac:spMkLst>
        </pc:spChg>
      </pc:sldChg>
      <pc:sldChg chg="addSp delSp modSp mod modNotesTx">
        <pc:chgData name="Subin Kim" userId="7a391c569b417ca4" providerId="LiveId" clId="{DDC4B82C-4C57-4125-A5DA-3B4D02FEC319}" dt="2026-05-16T14:37:31.515" v="1839" actId="20577"/>
        <pc:sldMkLst>
          <pc:docMk/>
          <pc:sldMk cId="1077016129" sldId="266"/>
        </pc:sldMkLst>
        <pc:spChg chg="add mod">
          <ac:chgData name="Subin Kim" userId="7a391c569b417ca4" providerId="LiveId" clId="{DDC4B82C-4C57-4125-A5DA-3B4D02FEC319}" dt="2026-05-16T13:34:55.042" v="203" actId="1036"/>
          <ac:spMkLst>
            <pc:docMk/>
            <pc:sldMk cId="1077016129" sldId="266"/>
            <ac:spMk id="2" creationId="{9012744B-BF47-5F5E-4351-7643E5F31536}"/>
          </ac:spMkLst>
        </pc:spChg>
        <pc:spChg chg="mod">
          <ac:chgData name="Subin Kim" userId="7a391c569b417ca4" providerId="LiveId" clId="{DDC4B82C-4C57-4125-A5DA-3B4D02FEC319}" dt="2026-05-16T13:34:55.042" v="203" actId="1036"/>
          <ac:spMkLst>
            <pc:docMk/>
            <pc:sldMk cId="1077016129" sldId="266"/>
            <ac:spMk id="16" creationId="{B52DDC31-45A8-DA16-2A67-FEB770A457F7}"/>
          </ac:spMkLst>
        </pc:spChg>
        <pc:spChg chg="mod">
          <ac:chgData name="Subin Kim" userId="7a391c569b417ca4" providerId="LiveId" clId="{DDC4B82C-4C57-4125-A5DA-3B4D02FEC319}" dt="2026-05-16T13:34:55.042" v="203" actId="1036"/>
          <ac:spMkLst>
            <pc:docMk/>
            <pc:sldMk cId="1077016129" sldId="266"/>
            <ac:spMk id="18" creationId="{C2588ADF-448A-87EF-0518-314C9DB9D952}"/>
          </ac:spMkLst>
        </pc:spChg>
        <pc:spChg chg="mod">
          <ac:chgData name="Subin Kim" userId="7a391c569b417ca4" providerId="LiveId" clId="{DDC4B82C-4C57-4125-A5DA-3B4D02FEC319}" dt="2026-05-16T13:25:23.854" v="64" actId="1036"/>
          <ac:spMkLst>
            <pc:docMk/>
            <pc:sldMk cId="1077016129" sldId="266"/>
            <ac:spMk id="21" creationId="{5104E789-C9EF-024F-BE79-5BD74659F86C}"/>
          </ac:spMkLst>
        </pc:spChg>
        <pc:spChg chg="mod">
          <ac:chgData name="Subin Kim" userId="7a391c569b417ca4" providerId="LiveId" clId="{DDC4B82C-4C57-4125-A5DA-3B4D02FEC319}" dt="2026-05-16T13:27:54.810" v="95" actId="1036"/>
          <ac:spMkLst>
            <pc:docMk/>
            <pc:sldMk cId="1077016129" sldId="266"/>
            <ac:spMk id="22" creationId="{651D3CA8-9AED-5F19-1427-6D43D8323E5B}"/>
          </ac:spMkLst>
        </pc:spChg>
        <pc:spChg chg="mod">
          <ac:chgData name="Subin Kim" userId="7a391c569b417ca4" providerId="LiveId" clId="{DDC4B82C-4C57-4125-A5DA-3B4D02FEC319}" dt="2026-05-16T13:25:34.970" v="65" actId="1076"/>
          <ac:spMkLst>
            <pc:docMk/>
            <pc:sldMk cId="1077016129" sldId="266"/>
            <ac:spMk id="26" creationId="{DCDA4C54-48BC-DDD2-E948-6C08831B2590}"/>
          </ac:spMkLst>
        </pc:spChg>
      </pc:sldChg>
      <pc:sldChg chg="modSp mod modNotesTx">
        <pc:chgData name="Subin Kim" userId="7a391c569b417ca4" providerId="LiveId" clId="{DDC4B82C-4C57-4125-A5DA-3B4D02FEC319}" dt="2026-05-18T04:56:17.181" v="2442" actId="20577"/>
        <pc:sldMkLst>
          <pc:docMk/>
          <pc:sldMk cId="419309496" sldId="267"/>
        </pc:sldMkLst>
        <pc:spChg chg="mod">
          <ac:chgData name="Subin Kim" userId="7a391c569b417ca4" providerId="LiveId" clId="{DDC4B82C-4C57-4125-A5DA-3B4D02FEC319}" dt="2026-05-16T13:43:52.491" v="423" actId="255"/>
          <ac:spMkLst>
            <pc:docMk/>
            <pc:sldMk cId="419309496" sldId="267"/>
            <ac:spMk id="14" creationId="{7064699E-1069-A14F-A290-3CA0E4CBC4D1}"/>
          </ac:spMkLst>
        </pc:spChg>
        <pc:spChg chg="mod">
          <ac:chgData name="Subin Kim" userId="7a391c569b417ca4" providerId="LiveId" clId="{DDC4B82C-4C57-4125-A5DA-3B4D02FEC319}" dt="2026-05-16T13:43:57.825" v="424" actId="1076"/>
          <ac:spMkLst>
            <pc:docMk/>
            <pc:sldMk cId="419309496" sldId="267"/>
            <ac:spMk id="15" creationId="{081ABB48-C1B7-AF4A-9868-45DADD08B5DF}"/>
          </ac:spMkLst>
        </pc:spChg>
        <pc:spChg chg="mod">
          <ac:chgData name="Subin Kim" userId="7a391c569b417ca4" providerId="LiveId" clId="{DDC4B82C-4C57-4125-A5DA-3B4D02FEC319}" dt="2026-05-16T13:43:57.825" v="424" actId="1076"/>
          <ac:spMkLst>
            <pc:docMk/>
            <pc:sldMk cId="419309496" sldId="267"/>
            <ac:spMk id="16" creationId="{A482D432-6BF6-7AF0-DF23-C64B39D00FDE}"/>
          </ac:spMkLst>
        </pc:spChg>
      </pc:sldChg>
      <pc:sldChg chg="modSp mod modNotesTx">
        <pc:chgData name="Subin Kim" userId="7a391c569b417ca4" providerId="LiveId" clId="{DDC4B82C-4C57-4125-A5DA-3B4D02FEC319}" dt="2026-05-18T04:01:54.559" v="2368" actId="20577"/>
        <pc:sldMkLst>
          <pc:docMk/>
          <pc:sldMk cId="2916228837" sldId="268"/>
        </pc:sldMkLst>
        <pc:spChg chg="mod">
          <ac:chgData name="Subin Kim" userId="7a391c569b417ca4" providerId="LiveId" clId="{DDC4B82C-4C57-4125-A5DA-3B4D02FEC319}" dt="2026-05-16T13:44:03.907" v="425" actId="255"/>
          <ac:spMkLst>
            <pc:docMk/>
            <pc:sldMk cId="2916228837" sldId="268"/>
            <ac:spMk id="14" creationId="{C426760A-3A47-3CB0-591C-0B1B03A4F5D7}"/>
          </ac:spMkLst>
        </pc:spChg>
        <pc:spChg chg="mod">
          <ac:chgData name="Subin Kim" userId="7a391c569b417ca4" providerId="LiveId" clId="{DDC4B82C-4C57-4125-A5DA-3B4D02FEC319}" dt="2026-05-16T13:44:25.804" v="429" actId="1035"/>
          <ac:spMkLst>
            <pc:docMk/>
            <pc:sldMk cId="2916228837" sldId="268"/>
            <ac:spMk id="15" creationId="{32C8F63B-1BE0-211A-F26E-973C15E4E835}"/>
          </ac:spMkLst>
        </pc:spChg>
        <pc:spChg chg="mod">
          <ac:chgData name="Subin Kim" userId="7a391c569b417ca4" providerId="LiveId" clId="{DDC4B82C-4C57-4125-A5DA-3B4D02FEC319}" dt="2026-05-16T13:44:09.709" v="426" actId="1076"/>
          <ac:spMkLst>
            <pc:docMk/>
            <pc:sldMk cId="2916228837" sldId="268"/>
            <ac:spMk id="16" creationId="{569136D0-8C7F-F963-4C7B-D1763E5EC1B7}"/>
          </ac:spMkLst>
        </pc:spChg>
      </pc:sldChg>
      <pc:sldChg chg="modSp mod modNotesTx">
        <pc:chgData name="Subin Kim" userId="7a391c569b417ca4" providerId="LiveId" clId="{DDC4B82C-4C57-4125-A5DA-3B4D02FEC319}" dt="2026-05-16T14:25:39.989" v="1454" actId="20577"/>
        <pc:sldMkLst>
          <pc:docMk/>
          <pc:sldMk cId="3907473274" sldId="269"/>
        </pc:sldMkLst>
        <pc:spChg chg="mod">
          <ac:chgData name="Subin Kim" userId="7a391c569b417ca4" providerId="LiveId" clId="{DDC4B82C-4C57-4125-A5DA-3B4D02FEC319}" dt="2026-05-16T13:40:18.661" v="328" actId="1036"/>
          <ac:spMkLst>
            <pc:docMk/>
            <pc:sldMk cId="3907473274" sldId="269"/>
            <ac:spMk id="3" creationId="{DE36EB20-106E-01F1-CE09-4EA367342F19}"/>
          </ac:spMkLst>
        </pc:spChg>
        <pc:spChg chg="mod">
          <ac:chgData name="Subin Kim" userId="7a391c569b417ca4" providerId="LiveId" clId="{DDC4B82C-4C57-4125-A5DA-3B4D02FEC319}" dt="2026-05-16T13:40:28.540" v="330" actId="14100"/>
          <ac:spMkLst>
            <pc:docMk/>
            <pc:sldMk cId="3907473274" sldId="269"/>
            <ac:spMk id="5" creationId="{4FB2B8E6-8F60-DC7F-B4C3-F9302821E02F}"/>
          </ac:spMkLst>
        </pc:spChg>
        <pc:spChg chg="mod">
          <ac:chgData name="Subin Kim" userId="7a391c569b417ca4" providerId="LiveId" clId="{DDC4B82C-4C57-4125-A5DA-3B4D02FEC319}" dt="2026-05-16T13:40:18.661" v="328" actId="1036"/>
          <ac:spMkLst>
            <pc:docMk/>
            <pc:sldMk cId="3907473274" sldId="269"/>
            <ac:spMk id="10" creationId="{D121A2E6-6CC6-9062-1422-F6F6A2EB7FB0}"/>
          </ac:spMkLst>
        </pc:spChg>
        <pc:spChg chg="mod">
          <ac:chgData name="Subin Kim" userId="7a391c569b417ca4" providerId="LiveId" clId="{DDC4B82C-4C57-4125-A5DA-3B4D02FEC319}" dt="2026-05-16T13:40:28.540" v="330" actId="14100"/>
          <ac:spMkLst>
            <pc:docMk/>
            <pc:sldMk cId="3907473274" sldId="269"/>
            <ac:spMk id="12" creationId="{F85EB938-184A-AC72-BF46-E7A89BBA13FE}"/>
          </ac:spMkLst>
        </pc:spChg>
        <pc:spChg chg="mod">
          <ac:chgData name="Subin Kim" userId="7a391c569b417ca4" providerId="LiveId" clId="{DDC4B82C-4C57-4125-A5DA-3B4D02FEC319}" dt="2026-05-16T13:44:49.584" v="446" actId="1035"/>
          <ac:spMkLst>
            <pc:docMk/>
            <pc:sldMk cId="3907473274" sldId="269"/>
            <ac:spMk id="15" creationId="{F6AEC64A-99C5-D672-BD66-D00AA41300F6}"/>
          </ac:spMkLst>
        </pc:spChg>
        <pc:spChg chg="mod">
          <ac:chgData name="Subin Kim" userId="7a391c569b417ca4" providerId="LiveId" clId="{DDC4B82C-4C57-4125-A5DA-3B4D02FEC319}" dt="2026-05-16T13:44:49.584" v="446" actId="1035"/>
          <ac:spMkLst>
            <pc:docMk/>
            <pc:sldMk cId="3907473274" sldId="269"/>
            <ac:spMk id="16" creationId="{9FA930F6-18B1-EF60-8E1D-B944038CF01A}"/>
          </ac:spMkLst>
        </pc:spChg>
        <pc:spChg chg="mod">
          <ac:chgData name="Subin Kim" userId="7a391c569b417ca4" providerId="LiveId" clId="{DDC4B82C-4C57-4125-A5DA-3B4D02FEC319}" dt="2026-05-16T13:44:49.584" v="446" actId="1035"/>
          <ac:spMkLst>
            <pc:docMk/>
            <pc:sldMk cId="3907473274" sldId="269"/>
            <ac:spMk id="19" creationId="{775C59B7-D463-89F8-6574-C1CB2CF88366}"/>
          </ac:spMkLst>
        </pc:spChg>
        <pc:spChg chg="mod">
          <ac:chgData name="Subin Kim" userId="7a391c569b417ca4" providerId="LiveId" clId="{DDC4B82C-4C57-4125-A5DA-3B4D02FEC319}" dt="2026-05-16T13:44:49.584" v="446" actId="1035"/>
          <ac:spMkLst>
            <pc:docMk/>
            <pc:sldMk cId="3907473274" sldId="269"/>
            <ac:spMk id="20" creationId="{78652EBC-6CD0-C4D8-CADA-ABC96025AFA1}"/>
          </ac:spMkLst>
        </pc:spChg>
        <pc:spChg chg="mod">
          <ac:chgData name="Subin Kim" userId="7a391c569b417ca4" providerId="LiveId" clId="{DDC4B82C-4C57-4125-A5DA-3B4D02FEC319}" dt="2026-05-16T13:44:41.083" v="434" actId="1035"/>
          <ac:spMkLst>
            <pc:docMk/>
            <pc:sldMk cId="3907473274" sldId="269"/>
            <ac:spMk id="22" creationId="{64A38512-3577-C296-C66A-21BFCB193CE5}"/>
          </ac:spMkLst>
        </pc:spChg>
        <pc:spChg chg="mod">
          <ac:chgData name="Subin Kim" userId="7a391c569b417ca4" providerId="LiveId" clId="{DDC4B82C-4C57-4125-A5DA-3B4D02FEC319}" dt="2026-05-16T13:44:41.083" v="434" actId="1035"/>
          <ac:spMkLst>
            <pc:docMk/>
            <pc:sldMk cId="3907473274" sldId="269"/>
            <ac:spMk id="24" creationId="{E0818645-5C02-5FDE-CA44-811F81F987DE}"/>
          </ac:spMkLst>
        </pc:spChg>
        <pc:cxnChg chg="mod">
          <ac:chgData name="Subin Kim" userId="7a391c569b417ca4" providerId="LiveId" clId="{DDC4B82C-4C57-4125-A5DA-3B4D02FEC319}" dt="2026-05-16T13:44:49.584" v="446" actId="1035"/>
          <ac:cxnSpMkLst>
            <pc:docMk/>
            <pc:sldMk cId="3907473274" sldId="269"/>
            <ac:cxnSpMk id="21" creationId="{E1BB6FF1-15B9-906A-AE60-B68D0AABD1E1}"/>
          </ac:cxnSpMkLst>
        </pc:cxnChg>
        <pc:cxnChg chg="mod">
          <ac:chgData name="Subin Kim" userId="7a391c569b417ca4" providerId="LiveId" clId="{DDC4B82C-4C57-4125-A5DA-3B4D02FEC319}" dt="2026-05-16T13:44:49.584" v="446" actId="1035"/>
          <ac:cxnSpMkLst>
            <pc:docMk/>
            <pc:sldMk cId="3907473274" sldId="269"/>
            <ac:cxnSpMk id="23" creationId="{1CC2FE40-4FF4-4AE3-BC23-D5F3F09A6147}"/>
          </ac:cxnSpMkLst>
        </pc:cxnChg>
      </pc:sldChg>
      <pc:sldChg chg="addSp delSp modSp mod modNotesTx">
        <pc:chgData name="Subin Kim" userId="7a391c569b417ca4" providerId="LiveId" clId="{DDC4B82C-4C57-4125-A5DA-3B4D02FEC319}" dt="2026-05-18T04:02:27.173" v="2404" actId="20577"/>
        <pc:sldMkLst>
          <pc:docMk/>
          <pc:sldMk cId="4225724548" sldId="271"/>
        </pc:sldMkLst>
        <pc:spChg chg="mod">
          <ac:chgData name="Subin Kim" userId="7a391c569b417ca4" providerId="LiveId" clId="{DDC4B82C-4C57-4125-A5DA-3B4D02FEC319}" dt="2026-05-16T14:14:58.175" v="904" actId="14100"/>
          <ac:spMkLst>
            <pc:docMk/>
            <pc:sldMk cId="4225724548" sldId="271"/>
            <ac:spMk id="17" creationId="{5CC1DC1A-6259-422E-9283-53FE4FE3ECAF}"/>
          </ac:spMkLst>
        </pc:spChg>
        <pc:spChg chg="mod">
          <ac:chgData name="Subin Kim" userId="7a391c569b417ca4" providerId="LiveId" clId="{DDC4B82C-4C57-4125-A5DA-3B4D02FEC319}" dt="2026-05-16T14:16:44.973" v="927" actId="1076"/>
          <ac:spMkLst>
            <pc:docMk/>
            <pc:sldMk cId="4225724548" sldId="271"/>
            <ac:spMk id="26" creationId="{0A65D488-35A5-2E23-89B6-574DB29288A5}"/>
          </ac:spMkLst>
        </pc:spChg>
        <pc:spChg chg="mod">
          <ac:chgData name="Subin Kim" userId="7a391c569b417ca4" providerId="LiveId" clId="{DDC4B82C-4C57-4125-A5DA-3B4D02FEC319}" dt="2026-05-16T14:16:15.860" v="922" actId="14100"/>
          <ac:spMkLst>
            <pc:docMk/>
            <pc:sldMk cId="4225724548" sldId="271"/>
            <ac:spMk id="32" creationId="{472D199C-88B5-AC41-642B-EE95DC0971C6}"/>
          </ac:spMkLst>
        </pc:spChg>
        <pc:picChg chg="add mod">
          <ac:chgData name="Subin Kim" userId="7a391c569b417ca4" providerId="LiveId" clId="{DDC4B82C-4C57-4125-A5DA-3B4D02FEC319}" dt="2026-05-16T14:16:35.682" v="924" actId="1076"/>
          <ac:picMkLst>
            <pc:docMk/>
            <pc:sldMk cId="4225724548" sldId="271"/>
            <ac:picMk id="3" creationId="{7D8297A8-782C-0630-D25B-7CFC831FFFD6}"/>
          </ac:picMkLst>
        </pc:picChg>
        <pc:picChg chg="add mod">
          <ac:chgData name="Subin Kim" userId="7a391c569b417ca4" providerId="LiveId" clId="{DDC4B82C-4C57-4125-A5DA-3B4D02FEC319}" dt="2026-05-16T14:16:04.673" v="920" actId="1076"/>
          <ac:picMkLst>
            <pc:docMk/>
            <pc:sldMk cId="4225724548" sldId="271"/>
            <ac:picMk id="5" creationId="{1FD92AB2-FCD2-291C-6EED-7453C015D317}"/>
          </ac:picMkLst>
        </pc:picChg>
        <pc:picChg chg="add mod">
          <ac:chgData name="Subin Kim" userId="7a391c569b417ca4" providerId="LiveId" clId="{DDC4B82C-4C57-4125-A5DA-3B4D02FEC319}" dt="2026-05-16T14:14:50.359" v="902" actId="1076"/>
          <ac:picMkLst>
            <pc:docMk/>
            <pc:sldMk cId="4225724548" sldId="271"/>
            <ac:picMk id="9" creationId="{27C157F7-1533-4291-E401-A2316C60FFAC}"/>
          </ac:picMkLst>
        </pc:picChg>
      </pc:sldChg>
      <pc:sldChg chg="addSp delSp modSp mod modNotesTx">
        <pc:chgData name="Subin Kim" userId="7a391c569b417ca4" providerId="LiveId" clId="{DDC4B82C-4C57-4125-A5DA-3B4D02FEC319}" dt="2026-05-18T04:02:47.838" v="2408" actId="20577"/>
        <pc:sldMkLst>
          <pc:docMk/>
          <pc:sldMk cId="3268467835" sldId="272"/>
        </pc:sldMkLst>
        <pc:spChg chg="add mod">
          <ac:chgData name="Subin Kim" userId="7a391c569b417ca4" providerId="LiveId" clId="{DDC4B82C-4C57-4125-A5DA-3B4D02FEC319}" dt="2026-05-16T14:17:04.779" v="931"/>
          <ac:spMkLst>
            <pc:docMk/>
            <pc:sldMk cId="3268467835" sldId="272"/>
            <ac:spMk id="11" creationId="{E9283CBC-556F-6BDC-29E6-28E1FB71FEB2}"/>
          </ac:spMkLst>
        </pc:spChg>
        <pc:spChg chg="add mod">
          <ac:chgData name="Subin Kim" userId="7a391c569b417ca4" providerId="LiveId" clId="{DDC4B82C-4C57-4125-A5DA-3B4D02FEC319}" dt="2026-05-16T14:17:04.779" v="931"/>
          <ac:spMkLst>
            <pc:docMk/>
            <pc:sldMk cId="3268467835" sldId="272"/>
            <ac:spMk id="12" creationId="{940223E2-27B2-4178-7AD3-1CE83E7C4AB6}"/>
          </ac:spMkLst>
        </pc:spChg>
        <pc:spChg chg="add mod">
          <ac:chgData name="Subin Kim" userId="7a391c569b417ca4" providerId="LiveId" clId="{DDC4B82C-4C57-4125-A5DA-3B4D02FEC319}" dt="2026-05-16T14:17:41.501" v="942" actId="1037"/>
          <ac:spMkLst>
            <pc:docMk/>
            <pc:sldMk cId="3268467835" sldId="272"/>
            <ac:spMk id="13" creationId="{1721356C-E9CC-FA12-1695-D27BAE972F57}"/>
          </ac:spMkLst>
        </pc:spChg>
        <pc:picChg chg="add mod">
          <ac:chgData name="Subin Kim" userId="7a391c569b417ca4" providerId="LiveId" clId="{DDC4B82C-4C57-4125-A5DA-3B4D02FEC319}" dt="2026-05-16T14:17:04.779" v="931"/>
          <ac:picMkLst>
            <pc:docMk/>
            <pc:sldMk cId="3268467835" sldId="272"/>
            <ac:picMk id="15" creationId="{C68F5891-CC9E-642A-6756-405689068092}"/>
          </ac:picMkLst>
        </pc:picChg>
        <pc:picChg chg="add mod">
          <ac:chgData name="Subin Kim" userId="7a391c569b417ca4" providerId="LiveId" clId="{DDC4B82C-4C57-4125-A5DA-3B4D02FEC319}" dt="2026-05-16T14:17:41.501" v="942" actId="1037"/>
          <ac:picMkLst>
            <pc:docMk/>
            <pc:sldMk cId="3268467835" sldId="272"/>
            <ac:picMk id="28" creationId="{488C086B-5D61-3A47-8FA0-97A9FC404D54}"/>
          </ac:picMkLst>
        </pc:picChg>
        <pc:picChg chg="add mod">
          <ac:chgData name="Subin Kim" userId="7a391c569b417ca4" providerId="LiveId" clId="{DDC4B82C-4C57-4125-A5DA-3B4D02FEC319}" dt="2026-05-16T14:17:04.779" v="931"/>
          <ac:picMkLst>
            <pc:docMk/>
            <pc:sldMk cId="3268467835" sldId="272"/>
            <ac:picMk id="29" creationId="{7A4BD11F-7C4D-696C-D56D-B25488BAC241}"/>
          </ac:picMkLst>
        </pc:picChg>
      </pc:sldChg>
      <pc:sldChg chg="addSp delSp modSp mod ord modNotesTx">
        <pc:chgData name="Subin Kim" userId="7a391c569b417ca4" providerId="LiveId" clId="{DDC4B82C-4C57-4125-A5DA-3B4D02FEC319}" dt="2026-05-16T14:51:44.941" v="1891" actId="20577"/>
        <pc:sldMkLst>
          <pc:docMk/>
          <pc:sldMk cId="1091120465" sldId="273"/>
        </pc:sldMkLst>
        <pc:spChg chg="mod">
          <ac:chgData name="Subin Kim" userId="7a391c569b417ca4" providerId="LiveId" clId="{DDC4B82C-4C57-4125-A5DA-3B4D02FEC319}" dt="2026-05-16T14:04:33.208" v="804" actId="1076"/>
          <ac:spMkLst>
            <pc:docMk/>
            <pc:sldMk cId="1091120465" sldId="273"/>
            <ac:spMk id="2" creationId="{13C96CE1-B1CD-14B9-D5F9-69161451FD38}"/>
          </ac:spMkLst>
        </pc:spChg>
        <pc:spChg chg="mod">
          <ac:chgData name="Subin Kim" userId="7a391c569b417ca4" providerId="LiveId" clId="{DDC4B82C-4C57-4125-A5DA-3B4D02FEC319}" dt="2026-05-16T14:04:47.028" v="805" actId="1076"/>
          <ac:spMkLst>
            <pc:docMk/>
            <pc:sldMk cId="1091120465" sldId="273"/>
            <ac:spMk id="12" creationId="{66141B12-BDE2-F939-6188-53AA326E75FF}"/>
          </ac:spMkLst>
        </pc:spChg>
        <pc:spChg chg="mod">
          <ac:chgData name="Subin Kim" userId="7a391c569b417ca4" providerId="LiveId" clId="{DDC4B82C-4C57-4125-A5DA-3B4D02FEC319}" dt="2026-05-16T14:06:55.867" v="814" actId="1076"/>
          <ac:spMkLst>
            <pc:docMk/>
            <pc:sldMk cId="1091120465" sldId="273"/>
            <ac:spMk id="20" creationId="{4A570E7F-5A7F-1FDC-917E-7FEA77873D3D}"/>
          </ac:spMkLst>
        </pc:spChg>
        <pc:picChg chg="add mod">
          <ac:chgData name="Subin Kim" userId="7a391c569b417ca4" providerId="LiveId" clId="{DDC4B82C-4C57-4125-A5DA-3B4D02FEC319}" dt="2026-05-16T14:01:10.640" v="790" actId="1076"/>
          <ac:picMkLst>
            <pc:docMk/>
            <pc:sldMk cId="1091120465" sldId="273"/>
            <ac:picMk id="10" creationId="{39956615-C4DF-0F0F-0BE2-5E79A80C6513}"/>
          </ac:picMkLst>
        </pc:picChg>
        <pc:picChg chg="add mod">
          <ac:chgData name="Subin Kim" userId="7a391c569b417ca4" providerId="LiveId" clId="{DDC4B82C-4C57-4125-A5DA-3B4D02FEC319}" dt="2026-05-16T14:08:25.117" v="847" actId="1076"/>
          <ac:picMkLst>
            <pc:docMk/>
            <pc:sldMk cId="1091120465" sldId="273"/>
            <ac:picMk id="16" creationId="{784027AE-641E-4219-F948-825F9CFCA1E0}"/>
          </ac:picMkLst>
        </pc:picChg>
        <pc:picChg chg="add mod">
          <ac:chgData name="Subin Kim" userId="7a391c569b417ca4" providerId="LiveId" clId="{DDC4B82C-4C57-4125-A5DA-3B4D02FEC319}" dt="2026-05-16T14:08:19.368" v="846" actId="1076"/>
          <ac:picMkLst>
            <pc:docMk/>
            <pc:sldMk cId="1091120465" sldId="273"/>
            <ac:picMk id="18" creationId="{6A708A7D-839D-EC17-F2E5-D3C57AAF77DD}"/>
          </ac:picMkLst>
        </pc:picChg>
      </pc:sldChg>
      <pc:sldChg chg="addSp delSp modSp mod ord modNotesTx">
        <pc:chgData name="Subin Kim" userId="7a391c569b417ca4" providerId="LiveId" clId="{DDC4B82C-4C57-4125-A5DA-3B4D02FEC319}" dt="2026-05-16T14:59:06.218" v="2086" actId="20577"/>
        <pc:sldMkLst>
          <pc:docMk/>
          <pc:sldMk cId="2740822653" sldId="274"/>
        </pc:sldMkLst>
        <pc:spChg chg="mod">
          <ac:chgData name="Subin Kim" userId="7a391c569b417ca4" providerId="LiveId" clId="{DDC4B82C-4C57-4125-A5DA-3B4D02FEC319}" dt="2026-05-16T14:58:48.351" v="2082" actId="1036"/>
          <ac:spMkLst>
            <pc:docMk/>
            <pc:sldMk cId="2740822653" sldId="274"/>
            <ac:spMk id="3" creationId="{0872F96F-EE29-7343-FC4C-9ADCA79CE121}"/>
          </ac:spMkLst>
        </pc:spChg>
        <pc:spChg chg="mod">
          <ac:chgData name="Subin Kim" userId="7a391c569b417ca4" providerId="LiveId" clId="{DDC4B82C-4C57-4125-A5DA-3B4D02FEC319}" dt="2026-05-16T14:58:48.351" v="2082" actId="1036"/>
          <ac:spMkLst>
            <pc:docMk/>
            <pc:sldMk cId="2740822653" sldId="274"/>
            <ac:spMk id="4" creationId="{1BED2DCE-B9E5-FF96-3B62-3FDC499B9AC3}"/>
          </ac:spMkLst>
        </pc:spChg>
        <pc:spChg chg="add mod">
          <ac:chgData name="Subin Kim" userId="7a391c569b417ca4" providerId="LiveId" clId="{DDC4B82C-4C57-4125-A5DA-3B4D02FEC319}" dt="2026-05-16T14:58:48.351" v="2082" actId="1036"/>
          <ac:spMkLst>
            <pc:docMk/>
            <pc:sldMk cId="2740822653" sldId="274"/>
            <ac:spMk id="6" creationId="{60854F5E-A64E-5CF2-2CAB-CC50BCA4DA12}"/>
          </ac:spMkLst>
        </pc:spChg>
        <pc:spChg chg="mod">
          <ac:chgData name="Subin Kim" userId="7a391c569b417ca4" providerId="LiveId" clId="{DDC4B82C-4C57-4125-A5DA-3B4D02FEC319}" dt="2026-05-16T14:58:48.351" v="2082" actId="1036"/>
          <ac:spMkLst>
            <pc:docMk/>
            <pc:sldMk cId="2740822653" sldId="274"/>
            <ac:spMk id="7" creationId="{D57ED399-9AE7-53E5-D2C0-74FE8B5031C9}"/>
          </ac:spMkLst>
        </pc:spChg>
        <pc:spChg chg="add mod">
          <ac:chgData name="Subin Kim" userId="7a391c569b417ca4" providerId="LiveId" clId="{DDC4B82C-4C57-4125-A5DA-3B4D02FEC319}" dt="2026-05-16T14:58:48.351" v="2082" actId="1036"/>
          <ac:spMkLst>
            <pc:docMk/>
            <pc:sldMk cId="2740822653" sldId="274"/>
            <ac:spMk id="8" creationId="{334E80C1-C919-1D8E-1E57-ACC4F5C288AB}"/>
          </ac:spMkLst>
        </pc:spChg>
        <pc:spChg chg="mod">
          <ac:chgData name="Subin Kim" userId="7a391c569b417ca4" providerId="LiveId" clId="{DDC4B82C-4C57-4125-A5DA-3B4D02FEC319}" dt="2026-05-16T14:58:48.351" v="2082" actId="1036"/>
          <ac:spMkLst>
            <pc:docMk/>
            <pc:sldMk cId="2740822653" sldId="274"/>
            <ac:spMk id="11" creationId="{450B800A-01EB-22C3-F5D7-0FBB2E62F45C}"/>
          </ac:spMkLst>
        </pc:spChg>
        <pc:spChg chg="mod">
          <ac:chgData name="Subin Kim" userId="7a391c569b417ca4" providerId="LiveId" clId="{DDC4B82C-4C57-4125-A5DA-3B4D02FEC319}" dt="2026-05-16T14:58:48.351" v="2082" actId="1036"/>
          <ac:spMkLst>
            <pc:docMk/>
            <pc:sldMk cId="2740822653" sldId="274"/>
            <ac:spMk id="14" creationId="{1FD449DF-FC31-76B7-9C1E-2799C8DB0D70}"/>
          </ac:spMkLst>
        </pc:spChg>
        <pc:spChg chg="mod">
          <ac:chgData name="Subin Kim" userId="7a391c569b417ca4" providerId="LiveId" clId="{DDC4B82C-4C57-4125-A5DA-3B4D02FEC319}" dt="2026-05-16T14:58:48.351" v="2082" actId="1036"/>
          <ac:spMkLst>
            <pc:docMk/>
            <pc:sldMk cId="2740822653" sldId="274"/>
            <ac:spMk id="15" creationId="{206C5D02-CB9A-943B-152D-724CC5559EAD}"/>
          </ac:spMkLst>
        </pc:spChg>
        <pc:picChg chg="add mod">
          <ac:chgData name="Subin Kim" userId="7a391c569b417ca4" providerId="LiveId" clId="{DDC4B82C-4C57-4125-A5DA-3B4D02FEC319}" dt="2026-05-16T14:58:48.351" v="2082" actId="1036"/>
          <ac:picMkLst>
            <pc:docMk/>
            <pc:sldMk cId="2740822653" sldId="274"/>
            <ac:picMk id="10" creationId="{F83CD3FF-C768-CEA1-4F69-235D8D8377C8}"/>
          </ac:picMkLst>
        </pc:picChg>
        <pc:picChg chg="add mod">
          <ac:chgData name="Subin Kim" userId="7a391c569b417ca4" providerId="LiveId" clId="{DDC4B82C-4C57-4125-A5DA-3B4D02FEC319}" dt="2026-05-16T14:58:48.351" v="2082" actId="1036"/>
          <ac:picMkLst>
            <pc:docMk/>
            <pc:sldMk cId="2740822653" sldId="274"/>
            <ac:picMk id="13" creationId="{414AB802-AB43-3BB6-9F30-26DD1070F13C}"/>
          </ac:picMkLst>
        </pc:picChg>
      </pc:sldChg>
      <pc:sldChg chg="addSp delSp modSp mod modNotesTx">
        <pc:chgData name="Subin Kim" userId="7a391c569b417ca4" providerId="LiveId" clId="{DDC4B82C-4C57-4125-A5DA-3B4D02FEC319}" dt="2026-05-18T04:03:04.259" v="2431" actId="20577"/>
        <pc:sldMkLst>
          <pc:docMk/>
          <pc:sldMk cId="3429308115" sldId="275"/>
        </pc:sldMkLst>
        <pc:spChg chg="mod">
          <ac:chgData name="Subin Kim" userId="7a391c569b417ca4" providerId="LiveId" clId="{DDC4B82C-4C57-4125-A5DA-3B4D02FEC319}" dt="2026-05-16T13:29:13.347" v="109" actId="14100"/>
          <ac:spMkLst>
            <pc:docMk/>
            <pc:sldMk cId="3429308115" sldId="275"/>
            <ac:spMk id="4" creationId="{4899674D-8FD3-F6D3-8069-535D7824E1EB}"/>
          </ac:spMkLst>
        </pc:spChg>
        <pc:spChg chg="add mod">
          <ac:chgData name="Subin Kim" userId="7a391c569b417ca4" providerId="LiveId" clId="{DDC4B82C-4C57-4125-A5DA-3B4D02FEC319}" dt="2026-05-16T14:08:30.534" v="848"/>
          <ac:spMkLst>
            <pc:docMk/>
            <pc:sldMk cId="3429308115" sldId="275"/>
            <ac:spMk id="5" creationId="{EFE6F27E-E1DA-8E6D-9306-9577A57488E0}"/>
          </ac:spMkLst>
        </pc:spChg>
        <pc:spChg chg="add mod">
          <ac:chgData name="Subin Kim" userId="7a391c569b417ca4" providerId="LiveId" clId="{DDC4B82C-4C57-4125-A5DA-3B4D02FEC319}" dt="2026-05-16T14:09:01.398" v="873" actId="1037"/>
          <ac:spMkLst>
            <pc:docMk/>
            <pc:sldMk cId="3429308115" sldId="275"/>
            <ac:spMk id="6" creationId="{3126C215-1DD2-4DC3-1ACA-D453C3F63478}"/>
          </ac:spMkLst>
        </pc:spChg>
        <pc:spChg chg="mod">
          <ac:chgData name="Subin Kim" userId="7a391c569b417ca4" providerId="LiveId" clId="{DDC4B82C-4C57-4125-A5DA-3B4D02FEC319}" dt="2026-05-16T13:29:13.347" v="109" actId="14100"/>
          <ac:spMkLst>
            <pc:docMk/>
            <pc:sldMk cId="3429308115" sldId="275"/>
            <ac:spMk id="9" creationId="{82ADADF8-42CB-DC8E-159A-8C9E8046405E}"/>
          </ac:spMkLst>
        </pc:spChg>
        <pc:spChg chg="add mod">
          <ac:chgData name="Subin Kim" userId="7a391c569b417ca4" providerId="LiveId" clId="{DDC4B82C-4C57-4125-A5DA-3B4D02FEC319}" dt="2026-05-16T14:09:13.493" v="876" actId="1076"/>
          <ac:spMkLst>
            <pc:docMk/>
            <pc:sldMk cId="3429308115" sldId="275"/>
            <ac:spMk id="11" creationId="{5F4C1364-F7BA-A228-67DC-8BBBB3AFD6E6}"/>
          </ac:spMkLst>
        </pc:spChg>
        <pc:spChg chg="mod">
          <ac:chgData name="Subin Kim" userId="7a391c569b417ca4" providerId="LiveId" clId="{DDC4B82C-4C57-4125-A5DA-3B4D02FEC319}" dt="2026-05-16T13:29:13.347" v="109" actId="14100"/>
          <ac:spMkLst>
            <pc:docMk/>
            <pc:sldMk cId="3429308115" sldId="275"/>
            <ac:spMk id="16" creationId="{CE616819-9F5E-D4D5-F2B2-F81A5559A836}"/>
          </ac:spMkLst>
        </pc:spChg>
        <pc:picChg chg="add mod">
          <ac:chgData name="Subin Kim" userId="7a391c569b417ca4" providerId="LiveId" clId="{DDC4B82C-4C57-4125-A5DA-3B4D02FEC319}" dt="2026-05-16T14:08:45.965" v="850" actId="1076"/>
          <ac:picMkLst>
            <pc:docMk/>
            <pc:sldMk cId="3429308115" sldId="275"/>
            <ac:picMk id="12" creationId="{C835A087-1C65-5005-9E4F-F5C54E022BFA}"/>
          </ac:picMkLst>
        </pc:picChg>
        <pc:picChg chg="add mod">
          <ac:chgData name="Subin Kim" userId="7a391c569b417ca4" providerId="LiveId" clId="{DDC4B82C-4C57-4125-A5DA-3B4D02FEC319}" dt="2026-05-16T14:08:30.534" v="848"/>
          <ac:picMkLst>
            <pc:docMk/>
            <pc:sldMk cId="3429308115" sldId="275"/>
            <ac:picMk id="14" creationId="{2B5BFE42-D9C0-3271-6008-497F9365812B}"/>
          </ac:picMkLst>
        </pc:picChg>
        <pc:picChg chg="add mod">
          <ac:chgData name="Subin Kim" userId="7a391c569b417ca4" providerId="LiveId" clId="{DDC4B82C-4C57-4125-A5DA-3B4D02FEC319}" dt="2026-05-16T14:09:13.493" v="876" actId="1076"/>
          <ac:picMkLst>
            <pc:docMk/>
            <pc:sldMk cId="3429308115" sldId="275"/>
            <ac:picMk id="15" creationId="{7B6A53FC-6B15-5549-762B-E77FE0EDAE4B}"/>
          </ac:picMkLst>
        </pc:picChg>
      </pc:sldChg>
      <pc:sldChg chg="addSp delSp modSp mod modNotesTx">
        <pc:chgData name="Subin Kim" userId="7a391c569b417ca4" providerId="LiveId" clId="{DDC4B82C-4C57-4125-A5DA-3B4D02FEC319}" dt="2026-05-16T14:51:39.687" v="1885" actId="20577"/>
        <pc:sldMkLst>
          <pc:docMk/>
          <pc:sldMk cId="225966981" sldId="276"/>
        </pc:sldMkLst>
        <pc:spChg chg="add mod">
          <ac:chgData name="Subin Kim" userId="7a391c569b417ca4" providerId="LiveId" clId="{DDC4B82C-4C57-4125-A5DA-3B4D02FEC319}" dt="2026-05-16T13:29:19.018" v="110"/>
          <ac:spMkLst>
            <pc:docMk/>
            <pc:sldMk cId="225966981" sldId="276"/>
            <ac:spMk id="6" creationId="{79C7A41A-940A-4C6E-FC8D-7E095D9B8E5F}"/>
          </ac:spMkLst>
        </pc:spChg>
        <pc:spChg chg="add mod">
          <ac:chgData name="Subin Kim" userId="7a391c569b417ca4" providerId="LiveId" clId="{DDC4B82C-4C57-4125-A5DA-3B4D02FEC319}" dt="2026-05-16T13:29:19.018" v="110"/>
          <ac:spMkLst>
            <pc:docMk/>
            <pc:sldMk cId="225966981" sldId="276"/>
            <ac:spMk id="11" creationId="{A9FBAF05-D73A-FE27-B2A5-F41F3B2EC9FD}"/>
          </ac:spMkLst>
        </pc:spChg>
        <pc:spChg chg="add mod">
          <ac:chgData name="Subin Kim" userId="7a391c569b417ca4" providerId="LiveId" clId="{DDC4B82C-4C57-4125-A5DA-3B4D02FEC319}" dt="2026-05-16T13:29:19.018" v="110"/>
          <ac:spMkLst>
            <pc:docMk/>
            <pc:sldMk cId="225966981" sldId="276"/>
            <ac:spMk id="12" creationId="{D595ED21-CDF1-494D-1CAC-3BFC21559064}"/>
          </ac:spMkLst>
        </pc:spChg>
        <pc:spChg chg="add mod">
          <ac:chgData name="Subin Kim" userId="7a391c569b417ca4" providerId="LiveId" clId="{DDC4B82C-4C57-4125-A5DA-3B4D02FEC319}" dt="2026-05-16T14:09:41.175" v="881"/>
          <ac:spMkLst>
            <pc:docMk/>
            <pc:sldMk cId="225966981" sldId="276"/>
            <ac:spMk id="14" creationId="{CBA7048D-DFE3-33FC-2609-F48F29A69C7E}"/>
          </ac:spMkLst>
        </pc:spChg>
        <pc:spChg chg="add mod">
          <ac:chgData name="Subin Kim" userId="7a391c569b417ca4" providerId="LiveId" clId="{DDC4B82C-4C57-4125-A5DA-3B4D02FEC319}" dt="2026-05-16T14:09:41.175" v="881"/>
          <ac:spMkLst>
            <pc:docMk/>
            <pc:sldMk cId="225966981" sldId="276"/>
            <ac:spMk id="15" creationId="{A18C9B6C-6497-2B0E-3571-4E87ED4E3CAC}"/>
          </ac:spMkLst>
        </pc:spChg>
        <pc:spChg chg="add mod">
          <ac:chgData name="Subin Kim" userId="7a391c569b417ca4" providerId="LiveId" clId="{DDC4B82C-4C57-4125-A5DA-3B4D02FEC319}" dt="2026-05-16T14:09:41.175" v="881"/>
          <ac:spMkLst>
            <pc:docMk/>
            <pc:sldMk cId="225966981" sldId="276"/>
            <ac:spMk id="19" creationId="{41D017EA-A83A-EB59-35EC-18B3DF1C0BB3}"/>
          </ac:spMkLst>
        </pc:spChg>
        <pc:picChg chg="add mod">
          <ac:chgData name="Subin Kim" userId="7a391c569b417ca4" providerId="LiveId" clId="{DDC4B82C-4C57-4125-A5DA-3B4D02FEC319}" dt="2026-05-16T14:09:41.175" v="881"/>
          <ac:picMkLst>
            <pc:docMk/>
            <pc:sldMk cId="225966981" sldId="276"/>
            <ac:picMk id="20" creationId="{4559942C-112F-DA38-6E1E-102742D4D5D2}"/>
          </ac:picMkLst>
        </pc:picChg>
        <pc:picChg chg="add mod">
          <ac:chgData name="Subin Kim" userId="7a391c569b417ca4" providerId="LiveId" clId="{DDC4B82C-4C57-4125-A5DA-3B4D02FEC319}" dt="2026-05-16T14:09:41.175" v="881"/>
          <ac:picMkLst>
            <pc:docMk/>
            <pc:sldMk cId="225966981" sldId="276"/>
            <ac:picMk id="22" creationId="{D4198CE8-CF37-9712-452F-315744838ACB}"/>
          </ac:picMkLst>
        </pc:picChg>
        <pc:picChg chg="add mod">
          <ac:chgData name="Subin Kim" userId="7a391c569b417ca4" providerId="LiveId" clId="{DDC4B82C-4C57-4125-A5DA-3B4D02FEC319}" dt="2026-05-16T14:09:41.175" v="881"/>
          <ac:picMkLst>
            <pc:docMk/>
            <pc:sldMk cId="225966981" sldId="276"/>
            <ac:picMk id="23" creationId="{7D106E58-E0B1-3ABF-6736-D63B7BB7B077}"/>
          </ac:picMkLst>
        </pc:picChg>
      </pc:sldChg>
      <pc:sldChg chg="addSp delSp modSp add mod ord modNotesTx">
        <pc:chgData name="Subin Kim" userId="7a391c569b417ca4" providerId="LiveId" clId="{DDC4B82C-4C57-4125-A5DA-3B4D02FEC319}" dt="2026-05-16T14:37:33.709" v="1841" actId="20577"/>
        <pc:sldMkLst>
          <pc:docMk/>
          <pc:sldMk cId="4038078486" sldId="277"/>
        </pc:sldMkLst>
        <pc:spChg chg="add mod">
          <ac:chgData name="Subin Kim" userId="7a391c569b417ca4" providerId="LiveId" clId="{DDC4B82C-4C57-4125-A5DA-3B4D02FEC319}" dt="2026-05-16T13:34:26.550" v="146" actId="1036"/>
          <ac:spMkLst>
            <pc:docMk/>
            <pc:sldMk cId="4038078486" sldId="277"/>
            <ac:spMk id="2" creationId="{363A4032-E4EF-EEDF-5072-A14FC414BBD3}"/>
          </ac:spMkLst>
        </pc:spChg>
        <pc:spChg chg="add mod">
          <ac:chgData name="Subin Kim" userId="7a391c569b417ca4" providerId="LiveId" clId="{DDC4B82C-4C57-4125-A5DA-3B4D02FEC319}" dt="2026-05-16T13:34:26.550" v="146" actId="1036"/>
          <ac:spMkLst>
            <pc:docMk/>
            <pc:sldMk cId="4038078486" sldId="277"/>
            <ac:spMk id="3" creationId="{A96D51A3-BC3B-DAAB-2D7B-241D0FAB12EC}"/>
          </ac:spMkLst>
        </pc:spChg>
        <pc:spChg chg="add mod">
          <ac:chgData name="Subin Kim" userId="7a391c569b417ca4" providerId="LiveId" clId="{DDC4B82C-4C57-4125-A5DA-3B4D02FEC319}" dt="2026-05-16T13:34:26.550" v="146" actId="1036"/>
          <ac:spMkLst>
            <pc:docMk/>
            <pc:sldMk cId="4038078486" sldId="277"/>
            <ac:spMk id="4" creationId="{85FBF763-CE4F-F2E3-BBAF-8471076C4C2F}"/>
          </ac:spMkLst>
        </pc:spChg>
        <pc:spChg chg="add mod">
          <ac:chgData name="Subin Kim" userId="7a391c569b417ca4" providerId="LiveId" clId="{DDC4B82C-4C57-4125-A5DA-3B4D02FEC319}" dt="2026-05-16T13:34:26.550" v="146" actId="1036"/>
          <ac:spMkLst>
            <pc:docMk/>
            <pc:sldMk cId="4038078486" sldId="277"/>
            <ac:spMk id="5" creationId="{EE5A50EF-EA01-622A-F622-7C291EE6B157}"/>
          </ac:spMkLst>
        </pc:spChg>
        <pc:spChg chg="add mod">
          <ac:chgData name="Subin Kim" userId="7a391c569b417ca4" providerId="LiveId" clId="{DDC4B82C-4C57-4125-A5DA-3B4D02FEC319}" dt="2026-05-16T13:34:26.550" v="146" actId="1036"/>
          <ac:spMkLst>
            <pc:docMk/>
            <pc:sldMk cId="4038078486" sldId="277"/>
            <ac:spMk id="6" creationId="{F9F20317-EB50-7CF6-16F6-09F3125EA289}"/>
          </ac:spMkLst>
        </pc:spChg>
      </pc:sldChg>
      <pc:sldChg chg="addSp delSp modSp add mod modNotesTx">
        <pc:chgData name="Subin Kim" userId="7a391c569b417ca4" providerId="LiveId" clId="{DDC4B82C-4C57-4125-A5DA-3B4D02FEC319}" dt="2026-05-16T14:37:35.962" v="1843" actId="20577"/>
        <pc:sldMkLst>
          <pc:docMk/>
          <pc:sldMk cId="4164430478" sldId="278"/>
        </pc:sldMkLst>
        <pc:spChg chg="add mod">
          <ac:chgData name="Subin Kim" userId="7a391c569b417ca4" providerId="LiveId" clId="{DDC4B82C-4C57-4125-A5DA-3B4D02FEC319}" dt="2026-05-16T13:36:11.083" v="233"/>
          <ac:spMkLst>
            <pc:docMk/>
            <pc:sldMk cId="4164430478" sldId="278"/>
            <ac:spMk id="7" creationId="{7393E53E-5DD2-6F42-D23C-8D2E23BD9372}"/>
          </ac:spMkLst>
        </pc:spChg>
        <pc:spChg chg="add mod">
          <ac:chgData name="Subin Kim" userId="7a391c569b417ca4" providerId="LiveId" clId="{DDC4B82C-4C57-4125-A5DA-3B4D02FEC319}" dt="2026-05-16T13:36:11.083" v="233"/>
          <ac:spMkLst>
            <pc:docMk/>
            <pc:sldMk cId="4164430478" sldId="278"/>
            <ac:spMk id="8" creationId="{B1E6020F-1D00-EDD2-EC7A-56595A0535C1}"/>
          </ac:spMkLst>
        </pc:spChg>
        <pc:spChg chg="add mod">
          <ac:chgData name="Subin Kim" userId="7a391c569b417ca4" providerId="LiveId" clId="{DDC4B82C-4C57-4125-A5DA-3B4D02FEC319}" dt="2026-05-16T13:36:11.083" v="233"/>
          <ac:spMkLst>
            <pc:docMk/>
            <pc:sldMk cId="4164430478" sldId="278"/>
            <ac:spMk id="9" creationId="{DB0A8E5B-57E4-4A38-A965-088215D79F28}"/>
          </ac:spMkLst>
        </pc:spChg>
        <pc:spChg chg="add mod">
          <ac:chgData name="Subin Kim" userId="7a391c569b417ca4" providerId="LiveId" clId="{DDC4B82C-4C57-4125-A5DA-3B4D02FEC319}" dt="2026-05-16T13:36:11.083" v="233"/>
          <ac:spMkLst>
            <pc:docMk/>
            <pc:sldMk cId="4164430478" sldId="278"/>
            <ac:spMk id="10" creationId="{F7BC7783-619C-8620-AA9C-80493FB42177}"/>
          </ac:spMkLst>
        </pc:spChg>
        <pc:spChg chg="add mod">
          <ac:chgData name="Subin Kim" userId="7a391c569b417ca4" providerId="LiveId" clId="{DDC4B82C-4C57-4125-A5DA-3B4D02FEC319}" dt="2026-05-16T13:36:11.083" v="233"/>
          <ac:spMkLst>
            <pc:docMk/>
            <pc:sldMk cId="4164430478" sldId="278"/>
            <ac:spMk id="15" creationId="{C4C8AA2E-1982-B5CF-403D-D0D34BC08569}"/>
          </ac:spMkLst>
        </pc:spChg>
        <pc:spChg chg="add mod">
          <ac:chgData name="Subin Kim" userId="7a391c569b417ca4" providerId="LiveId" clId="{DDC4B82C-4C57-4125-A5DA-3B4D02FEC319}" dt="2026-05-16T13:36:24.687" v="235" actId="1076"/>
          <ac:spMkLst>
            <pc:docMk/>
            <pc:sldMk cId="4164430478" sldId="278"/>
            <ac:spMk id="16" creationId="{198D3B2E-7FB6-D968-207D-4DCE83934AE0}"/>
          </ac:spMkLst>
        </pc:spChg>
        <pc:spChg chg="add mod">
          <ac:chgData name="Subin Kim" userId="7a391c569b417ca4" providerId="LiveId" clId="{DDC4B82C-4C57-4125-A5DA-3B4D02FEC319}" dt="2026-05-16T13:36:24.687" v="235" actId="1076"/>
          <ac:spMkLst>
            <pc:docMk/>
            <pc:sldMk cId="4164430478" sldId="278"/>
            <ac:spMk id="18" creationId="{B7B76389-2C25-2E55-5220-0B2F509E4D1B}"/>
          </ac:spMkLst>
        </pc:spChg>
        <pc:spChg chg="add del mod">
          <ac:chgData name="Subin Kim" userId="7a391c569b417ca4" providerId="LiveId" clId="{DDC4B82C-4C57-4125-A5DA-3B4D02FEC319}" dt="2026-05-16T13:38:24.611" v="251" actId="1076"/>
          <ac:spMkLst>
            <pc:docMk/>
            <pc:sldMk cId="4164430478" sldId="278"/>
            <ac:spMk id="23" creationId="{7829300B-026C-9035-87C9-17242574A4CA}"/>
          </ac:spMkLst>
        </pc:spChg>
        <pc:spChg chg="add mod">
          <ac:chgData name="Subin Kim" userId="7a391c569b417ca4" providerId="LiveId" clId="{DDC4B82C-4C57-4125-A5DA-3B4D02FEC319}" dt="2026-05-16T13:38:39.854" v="253"/>
          <ac:spMkLst>
            <pc:docMk/>
            <pc:sldMk cId="4164430478" sldId="278"/>
            <ac:spMk id="24" creationId="{0E142367-7D79-F34B-E623-10A26980F566}"/>
          </ac:spMkLst>
        </pc:spChg>
      </pc:sldChg>
      <pc:sldChg chg="addSp delSp modSp add mod ord modNotesTx">
        <pc:chgData name="Subin Kim" userId="7a391c569b417ca4" providerId="LiveId" clId="{DDC4B82C-4C57-4125-A5DA-3B4D02FEC319}" dt="2026-05-18T04:56:41.131" v="2443" actId="6549"/>
        <pc:sldMkLst>
          <pc:docMk/>
          <pc:sldMk cId="283098091" sldId="279"/>
        </pc:sldMkLst>
        <pc:spChg chg="mod">
          <ac:chgData name="Subin Kim" userId="7a391c569b417ca4" providerId="LiveId" clId="{DDC4B82C-4C57-4125-A5DA-3B4D02FEC319}" dt="2026-05-16T13:42:48.909" v="408" actId="14100"/>
          <ac:spMkLst>
            <pc:docMk/>
            <pc:sldMk cId="283098091" sldId="279"/>
            <ac:spMk id="5" creationId="{AFBFF036-FE9F-B596-2B33-DD94CCEA094D}"/>
          </ac:spMkLst>
        </pc:spChg>
        <pc:spChg chg="mod">
          <ac:chgData name="Subin Kim" userId="7a391c569b417ca4" providerId="LiveId" clId="{DDC4B82C-4C57-4125-A5DA-3B4D02FEC319}" dt="2026-05-16T13:51:30.200" v="653" actId="1035"/>
          <ac:spMkLst>
            <pc:docMk/>
            <pc:sldMk cId="283098091" sldId="279"/>
            <ac:spMk id="15" creationId="{3AB93C08-B89E-DE59-CD4A-1D61245D0175}"/>
          </ac:spMkLst>
        </pc:spChg>
        <pc:spChg chg="mod">
          <ac:chgData name="Subin Kim" userId="7a391c569b417ca4" providerId="LiveId" clId="{DDC4B82C-4C57-4125-A5DA-3B4D02FEC319}" dt="2026-05-16T13:51:30.200" v="653" actId="1035"/>
          <ac:spMkLst>
            <pc:docMk/>
            <pc:sldMk cId="283098091" sldId="279"/>
            <ac:spMk id="16" creationId="{48447099-9AF6-78DD-C6E7-5C26683DA866}"/>
          </ac:spMkLst>
        </pc:spChg>
        <pc:spChg chg="mod">
          <ac:chgData name="Subin Kim" userId="7a391c569b417ca4" providerId="LiveId" clId="{DDC4B82C-4C57-4125-A5DA-3B4D02FEC319}" dt="2026-05-16T13:51:30.200" v="653" actId="1035"/>
          <ac:spMkLst>
            <pc:docMk/>
            <pc:sldMk cId="283098091" sldId="279"/>
            <ac:spMk id="22" creationId="{AE68283F-9A6A-070A-31F1-09C5FED1ACA2}"/>
          </ac:spMkLst>
        </pc:spChg>
        <pc:spChg chg="add mod">
          <ac:chgData name="Subin Kim" userId="7a391c569b417ca4" providerId="LiveId" clId="{DDC4B82C-4C57-4125-A5DA-3B4D02FEC319}" dt="2026-05-16T13:43:01.938" v="411" actId="1076"/>
          <ac:spMkLst>
            <pc:docMk/>
            <pc:sldMk cId="283098091" sldId="279"/>
            <ac:spMk id="38" creationId="{7B6074F7-5D7E-2F5B-0CD8-F7A2D9BB5C78}"/>
          </ac:spMkLst>
        </pc:spChg>
        <pc:spChg chg="add mod">
          <ac:chgData name="Subin Kim" userId="7a391c569b417ca4" providerId="LiveId" clId="{DDC4B82C-4C57-4125-A5DA-3B4D02FEC319}" dt="2026-05-16T13:52:52.665" v="727" actId="1076"/>
          <ac:spMkLst>
            <pc:docMk/>
            <pc:sldMk cId="283098091" sldId="279"/>
            <ac:spMk id="39" creationId="{599E96EA-40CB-062E-F320-A8DAB02476AF}"/>
          </ac:spMkLst>
        </pc:spChg>
        <pc:spChg chg="add mod">
          <ac:chgData name="Subin Kim" userId="7a391c569b417ca4" providerId="LiveId" clId="{DDC4B82C-4C57-4125-A5DA-3B4D02FEC319}" dt="2026-05-16T13:52:52.665" v="727" actId="1076"/>
          <ac:spMkLst>
            <pc:docMk/>
            <pc:sldMk cId="283098091" sldId="279"/>
            <ac:spMk id="40" creationId="{5DC2C980-6F19-27EE-55AB-8E7C47425C10}"/>
          </ac:spMkLst>
        </pc:spChg>
        <pc:spChg chg="add mod">
          <ac:chgData name="Subin Kim" userId="7a391c569b417ca4" providerId="LiveId" clId="{DDC4B82C-4C57-4125-A5DA-3B4D02FEC319}" dt="2026-05-16T13:52:52.665" v="727" actId="1076"/>
          <ac:spMkLst>
            <pc:docMk/>
            <pc:sldMk cId="283098091" sldId="279"/>
            <ac:spMk id="42" creationId="{F03E54A0-E3CC-73A7-E3C6-86592AE824E9}"/>
          </ac:spMkLst>
        </pc:spChg>
        <pc:spChg chg="add mod">
          <ac:chgData name="Subin Kim" userId="7a391c569b417ca4" providerId="LiveId" clId="{DDC4B82C-4C57-4125-A5DA-3B4D02FEC319}" dt="2026-05-16T13:43:07.659" v="413" actId="1076"/>
          <ac:spMkLst>
            <pc:docMk/>
            <pc:sldMk cId="283098091" sldId="279"/>
            <ac:spMk id="43" creationId="{D52CEFD1-D551-FCB0-AB13-35990504E7FC}"/>
          </ac:spMkLst>
        </pc:spChg>
        <pc:spChg chg="add mod">
          <ac:chgData name="Subin Kim" userId="7a391c569b417ca4" providerId="LiveId" clId="{DDC4B82C-4C57-4125-A5DA-3B4D02FEC319}" dt="2026-05-16T13:52:52.665" v="727" actId="1076"/>
          <ac:spMkLst>
            <pc:docMk/>
            <pc:sldMk cId="283098091" sldId="279"/>
            <ac:spMk id="44" creationId="{9DF221FE-36A4-9AB3-C1B6-22054DD50A4C}"/>
          </ac:spMkLst>
        </pc:spChg>
        <pc:spChg chg="add mod">
          <ac:chgData name="Subin Kim" userId="7a391c569b417ca4" providerId="LiveId" clId="{DDC4B82C-4C57-4125-A5DA-3B4D02FEC319}" dt="2026-05-16T13:52:52.665" v="727" actId="1076"/>
          <ac:spMkLst>
            <pc:docMk/>
            <pc:sldMk cId="283098091" sldId="279"/>
            <ac:spMk id="45" creationId="{EE035F0A-F4B1-CCDC-4A74-2BADA83A54FC}"/>
          </ac:spMkLst>
        </pc:spChg>
        <pc:spChg chg="add mod">
          <ac:chgData name="Subin Kim" userId="7a391c569b417ca4" providerId="LiveId" clId="{DDC4B82C-4C57-4125-A5DA-3B4D02FEC319}" dt="2026-05-16T13:52:52.665" v="727" actId="1076"/>
          <ac:spMkLst>
            <pc:docMk/>
            <pc:sldMk cId="283098091" sldId="279"/>
            <ac:spMk id="47" creationId="{09C90659-8C9C-A01D-FD06-ACA2492B2669}"/>
          </ac:spMkLst>
        </pc:spChg>
        <pc:spChg chg="add mod">
          <ac:chgData name="Subin Kim" userId="7a391c569b417ca4" providerId="LiveId" clId="{DDC4B82C-4C57-4125-A5DA-3B4D02FEC319}" dt="2026-05-16T13:51:17.234" v="642" actId="1037"/>
          <ac:spMkLst>
            <pc:docMk/>
            <pc:sldMk cId="283098091" sldId="279"/>
            <ac:spMk id="48" creationId="{487AB9E7-36C6-07A8-DAF5-C82CAF836286}"/>
          </ac:spMkLst>
        </pc:spChg>
        <pc:spChg chg="add mod">
          <ac:chgData name="Subin Kim" userId="7a391c569b417ca4" providerId="LiveId" clId="{DDC4B82C-4C57-4125-A5DA-3B4D02FEC319}" dt="2026-05-16T13:51:17.234" v="642" actId="1037"/>
          <ac:spMkLst>
            <pc:docMk/>
            <pc:sldMk cId="283098091" sldId="279"/>
            <ac:spMk id="49" creationId="{9E904E8A-213B-3263-2E0A-C15BDBAEED4E}"/>
          </ac:spMkLst>
        </pc:spChg>
        <pc:spChg chg="add mod">
          <ac:chgData name="Subin Kim" userId="7a391c569b417ca4" providerId="LiveId" clId="{DDC4B82C-4C57-4125-A5DA-3B4D02FEC319}" dt="2026-05-16T13:53:10.304" v="729" actId="1076"/>
          <ac:spMkLst>
            <pc:docMk/>
            <pc:sldMk cId="283098091" sldId="279"/>
            <ac:spMk id="50" creationId="{A286EC8D-55D3-B9CC-3855-D50E366ED856}"/>
          </ac:spMkLst>
        </pc:spChg>
        <pc:spChg chg="add mod">
          <ac:chgData name="Subin Kim" userId="7a391c569b417ca4" providerId="LiveId" clId="{DDC4B82C-4C57-4125-A5DA-3B4D02FEC319}" dt="2026-05-16T13:53:10.304" v="729" actId="1076"/>
          <ac:spMkLst>
            <pc:docMk/>
            <pc:sldMk cId="283098091" sldId="279"/>
            <ac:spMk id="51" creationId="{48D64871-F8DD-2062-24F8-62D3F1B5BE3A}"/>
          </ac:spMkLst>
        </pc:spChg>
        <pc:spChg chg="add mod">
          <ac:chgData name="Subin Kim" userId="7a391c569b417ca4" providerId="LiveId" clId="{DDC4B82C-4C57-4125-A5DA-3B4D02FEC319}" dt="2026-05-16T13:53:17.651" v="731" actId="1076"/>
          <ac:spMkLst>
            <pc:docMk/>
            <pc:sldMk cId="283098091" sldId="279"/>
            <ac:spMk id="52" creationId="{D632EB77-D238-F63B-1ABA-5537F86182FD}"/>
          </ac:spMkLst>
        </pc:spChg>
        <pc:spChg chg="add mod">
          <ac:chgData name="Subin Kim" userId="7a391c569b417ca4" providerId="LiveId" clId="{DDC4B82C-4C57-4125-A5DA-3B4D02FEC319}" dt="2026-05-16T13:53:17.651" v="731" actId="1076"/>
          <ac:spMkLst>
            <pc:docMk/>
            <pc:sldMk cId="283098091" sldId="279"/>
            <ac:spMk id="53" creationId="{977085A3-2901-2EF1-CA25-6A2FD6BD51A2}"/>
          </ac:spMkLst>
        </pc:spChg>
        <pc:cxnChg chg="mod">
          <ac:chgData name="Subin Kim" userId="7a391c569b417ca4" providerId="LiveId" clId="{DDC4B82C-4C57-4125-A5DA-3B4D02FEC319}" dt="2026-05-16T13:51:30.200" v="653" actId="1035"/>
          <ac:cxnSpMkLst>
            <pc:docMk/>
            <pc:sldMk cId="283098091" sldId="279"/>
            <ac:cxnSpMk id="21" creationId="{27CC35D7-858D-328D-21BA-94925DF16E1B}"/>
          </ac:cxnSpMkLst>
        </pc:cxnChg>
        <pc:cxnChg chg="add mod">
          <ac:chgData name="Subin Kim" userId="7a391c569b417ca4" providerId="LiveId" clId="{DDC4B82C-4C57-4125-A5DA-3B4D02FEC319}" dt="2026-05-16T13:52:52.665" v="727" actId="1076"/>
          <ac:cxnSpMkLst>
            <pc:docMk/>
            <pc:sldMk cId="283098091" sldId="279"/>
            <ac:cxnSpMk id="41" creationId="{8883AE1F-68F4-F115-136B-6A13B168BCA3}"/>
          </ac:cxnSpMkLst>
        </pc:cxnChg>
        <pc:cxnChg chg="add mod">
          <ac:chgData name="Subin Kim" userId="7a391c569b417ca4" providerId="LiveId" clId="{DDC4B82C-4C57-4125-A5DA-3B4D02FEC319}" dt="2026-05-16T13:52:52.665" v="727" actId="1076"/>
          <ac:cxnSpMkLst>
            <pc:docMk/>
            <pc:sldMk cId="283098091" sldId="279"/>
            <ac:cxnSpMk id="46" creationId="{FFD3E97A-C8AF-50CE-3354-144A26E87EC1}"/>
          </ac:cxnSpMkLst>
        </pc:cxnChg>
      </pc:sldChg>
      <pc:sldChg chg="addSp delSp modSp add mod modNotesTx">
        <pc:chgData name="Subin Kim" userId="7a391c569b417ca4" providerId="LiveId" clId="{DDC4B82C-4C57-4125-A5DA-3B4D02FEC319}" dt="2026-05-16T14:25:44.121" v="1473" actId="20577"/>
        <pc:sldMkLst>
          <pc:docMk/>
          <pc:sldMk cId="2128793478" sldId="281"/>
        </pc:sldMkLst>
        <pc:spChg chg="add mod">
          <ac:chgData name="Subin Kim" userId="7a391c569b417ca4" providerId="LiveId" clId="{DDC4B82C-4C57-4125-A5DA-3B4D02FEC319}" dt="2026-05-16T13:45:01.403" v="449"/>
          <ac:spMkLst>
            <pc:docMk/>
            <pc:sldMk cId="2128793478" sldId="281"/>
            <ac:spMk id="2" creationId="{15E7FE13-C348-4573-F1B7-3D760D683A9C}"/>
          </ac:spMkLst>
        </pc:spChg>
        <pc:spChg chg="mod">
          <ac:chgData name="Subin Kim" userId="7a391c569b417ca4" providerId="LiveId" clId="{DDC4B82C-4C57-4125-A5DA-3B4D02FEC319}" dt="2026-05-16T13:45:09.463" v="450" actId="207"/>
          <ac:spMkLst>
            <pc:docMk/>
            <pc:sldMk cId="2128793478" sldId="281"/>
            <ac:spMk id="3" creationId="{D2D5F5A4-2598-BF9A-92DB-B46B3F167BB5}"/>
          </ac:spMkLst>
        </pc:spChg>
        <pc:spChg chg="mod">
          <ac:chgData name="Subin Kim" userId="7a391c569b417ca4" providerId="LiveId" clId="{DDC4B82C-4C57-4125-A5DA-3B4D02FEC319}" dt="2026-05-16T13:45:09.463" v="450" actId="207"/>
          <ac:spMkLst>
            <pc:docMk/>
            <pc:sldMk cId="2128793478" sldId="281"/>
            <ac:spMk id="4" creationId="{3743F556-4DE4-F632-542F-722C5C4B95FC}"/>
          </ac:spMkLst>
        </pc:spChg>
        <pc:spChg chg="add mod">
          <ac:chgData name="Subin Kim" userId="7a391c569b417ca4" providerId="LiveId" clId="{DDC4B82C-4C57-4125-A5DA-3B4D02FEC319}" dt="2026-05-16T13:45:39.687" v="475" actId="1035"/>
          <ac:spMkLst>
            <pc:docMk/>
            <pc:sldMk cId="2128793478" sldId="281"/>
            <ac:spMk id="6" creationId="{7EA1874E-38A6-0193-5075-8708E2ACEDC1}"/>
          </ac:spMkLst>
        </pc:spChg>
        <pc:spChg chg="add mod">
          <ac:chgData name="Subin Kim" userId="7a391c569b417ca4" providerId="LiveId" clId="{DDC4B82C-4C57-4125-A5DA-3B4D02FEC319}" dt="2026-05-16T13:45:39.687" v="475" actId="1035"/>
          <ac:spMkLst>
            <pc:docMk/>
            <pc:sldMk cId="2128793478" sldId="281"/>
            <ac:spMk id="7" creationId="{385A7076-7C35-123D-EEF4-5E324BB47C69}"/>
          </ac:spMkLst>
        </pc:spChg>
        <pc:spChg chg="add mod">
          <ac:chgData name="Subin Kim" userId="7a391c569b417ca4" providerId="LiveId" clId="{DDC4B82C-4C57-4125-A5DA-3B4D02FEC319}" dt="2026-05-16T13:45:39.687" v="475" actId="1035"/>
          <ac:spMkLst>
            <pc:docMk/>
            <pc:sldMk cId="2128793478" sldId="281"/>
            <ac:spMk id="8" creationId="{787C57DF-2D43-8B4A-231F-3AA2AF393B49}"/>
          </ac:spMkLst>
        </pc:spChg>
        <pc:spChg chg="add mod">
          <ac:chgData name="Subin Kim" userId="7a391c569b417ca4" providerId="LiveId" clId="{DDC4B82C-4C57-4125-A5DA-3B4D02FEC319}" dt="2026-05-16T13:45:43.706" v="479" actId="1035"/>
          <ac:spMkLst>
            <pc:docMk/>
            <pc:sldMk cId="2128793478" sldId="281"/>
            <ac:spMk id="9" creationId="{C1BD5EA2-133D-D562-64AB-DB7331283023}"/>
          </ac:spMkLst>
        </pc:spChg>
        <pc:spChg chg="mod">
          <ac:chgData name="Subin Kim" userId="7a391c569b417ca4" providerId="LiveId" clId="{DDC4B82C-4C57-4125-A5DA-3B4D02FEC319}" dt="2026-05-16T13:45:09.463" v="450" actId="207"/>
          <ac:spMkLst>
            <pc:docMk/>
            <pc:sldMk cId="2128793478" sldId="281"/>
            <ac:spMk id="10" creationId="{BE115E26-FD05-5FDF-3B90-E95DE9375A1F}"/>
          </ac:spMkLst>
        </pc:spChg>
        <pc:spChg chg="mod">
          <ac:chgData name="Subin Kim" userId="7a391c569b417ca4" providerId="LiveId" clId="{DDC4B82C-4C57-4125-A5DA-3B4D02FEC319}" dt="2026-05-16T13:45:09.463" v="450" actId="207"/>
          <ac:spMkLst>
            <pc:docMk/>
            <pc:sldMk cId="2128793478" sldId="281"/>
            <ac:spMk id="11" creationId="{06958DEE-6E06-73DA-6C47-6E5FEBD02773}"/>
          </ac:spMkLst>
        </pc:spChg>
        <pc:spChg chg="mod">
          <ac:chgData name="Subin Kim" userId="7a391c569b417ca4" providerId="LiveId" clId="{DDC4B82C-4C57-4125-A5DA-3B4D02FEC319}" dt="2026-05-16T13:45:15.410" v="452" actId="14100"/>
          <ac:spMkLst>
            <pc:docMk/>
            <pc:sldMk cId="2128793478" sldId="281"/>
            <ac:spMk id="22" creationId="{AAB412B0-3ECD-52DA-28D6-C482E0DC8CA9}"/>
          </ac:spMkLst>
        </pc:spChg>
        <pc:spChg chg="mod">
          <ac:chgData name="Subin Kim" userId="7a391c569b417ca4" providerId="LiveId" clId="{DDC4B82C-4C57-4125-A5DA-3B4D02FEC319}" dt="2026-05-16T13:45:22.465" v="455" actId="20577"/>
          <ac:spMkLst>
            <pc:docMk/>
            <pc:sldMk cId="2128793478" sldId="281"/>
            <ac:spMk id="24" creationId="{9DF98F96-DE79-3B7F-7641-A6F59067B670}"/>
          </ac:spMkLst>
        </pc:spChg>
      </pc:sldChg>
      <pc:sldChg chg="addSp delSp modSp add mod modNotesTx">
        <pc:chgData name="Subin Kim" userId="7a391c569b417ca4" providerId="LiveId" clId="{DDC4B82C-4C57-4125-A5DA-3B4D02FEC319}" dt="2026-05-18T04:02:12.125" v="2369" actId="20577"/>
        <pc:sldMkLst>
          <pc:docMk/>
          <pc:sldMk cId="722263096" sldId="282"/>
        </pc:sldMkLst>
        <pc:spChg chg="add mod">
          <ac:chgData name="Subin Kim" userId="7a391c569b417ca4" providerId="LiveId" clId="{DDC4B82C-4C57-4125-A5DA-3B4D02FEC319}" dt="2026-05-16T13:46:40.671" v="515"/>
          <ac:spMkLst>
            <pc:docMk/>
            <pc:sldMk cId="722263096" sldId="282"/>
            <ac:spMk id="2" creationId="{C79C7573-35B9-0353-A944-DB5E10DE9EE5}"/>
          </ac:spMkLst>
        </pc:spChg>
        <pc:spChg chg="add mod">
          <ac:chgData name="Subin Kim" userId="7a391c569b417ca4" providerId="LiveId" clId="{DDC4B82C-4C57-4125-A5DA-3B4D02FEC319}" dt="2026-05-16T13:54:26.993" v="774" actId="1036"/>
          <ac:spMkLst>
            <pc:docMk/>
            <pc:sldMk cId="722263096" sldId="282"/>
            <ac:spMk id="3" creationId="{5A94750A-A554-F0A1-2D98-816CF73A951B}"/>
          </ac:spMkLst>
        </pc:spChg>
        <pc:spChg chg="add mod">
          <ac:chgData name="Subin Kim" userId="7a391c569b417ca4" providerId="LiveId" clId="{DDC4B82C-4C57-4125-A5DA-3B4D02FEC319}" dt="2026-05-16T13:54:26.993" v="774" actId="1036"/>
          <ac:spMkLst>
            <pc:docMk/>
            <pc:sldMk cId="722263096" sldId="282"/>
            <ac:spMk id="4" creationId="{95986AD9-C080-56A9-9A61-90EA440DDF97}"/>
          </ac:spMkLst>
        </pc:spChg>
        <pc:spChg chg="add mod">
          <ac:chgData name="Subin Kim" userId="7a391c569b417ca4" providerId="LiveId" clId="{DDC4B82C-4C57-4125-A5DA-3B4D02FEC319}" dt="2026-05-16T13:52:05.202" v="688" actId="1076"/>
          <ac:spMkLst>
            <pc:docMk/>
            <pc:sldMk cId="722263096" sldId="282"/>
            <ac:spMk id="11" creationId="{BAC1EEED-213C-3EF7-C0CA-9E803402842D}"/>
          </ac:spMkLst>
        </pc:spChg>
        <pc:spChg chg="add mod">
          <ac:chgData name="Subin Kim" userId="7a391c569b417ca4" providerId="LiveId" clId="{DDC4B82C-4C57-4125-A5DA-3B4D02FEC319}" dt="2026-05-16T13:52:05.202" v="688" actId="1076"/>
          <ac:spMkLst>
            <pc:docMk/>
            <pc:sldMk cId="722263096" sldId="282"/>
            <ac:spMk id="12" creationId="{900D5EE3-5820-024D-E03E-8A4561BD0887}"/>
          </ac:spMkLst>
        </pc:spChg>
        <pc:spChg chg="add mod">
          <ac:chgData name="Subin Kim" userId="7a391c569b417ca4" providerId="LiveId" clId="{DDC4B82C-4C57-4125-A5DA-3B4D02FEC319}" dt="2026-05-16T13:53:53.569" v="770" actId="1076"/>
          <ac:spMkLst>
            <pc:docMk/>
            <pc:sldMk cId="722263096" sldId="282"/>
            <ac:spMk id="13" creationId="{F112E2BA-E795-040F-9308-2CB30822C17F}"/>
          </ac:spMkLst>
        </pc:spChg>
        <pc:spChg chg="add mod">
          <ac:chgData name="Subin Kim" userId="7a391c569b417ca4" providerId="LiveId" clId="{DDC4B82C-4C57-4125-A5DA-3B4D02FEC319}" dt="2026-05-16T13:53:53.569" v="770" actId="1076"/>
          <ac:spMkLst>
            <pc:docMk/>
            <pc:sldMk cId="722263096" sldId="282"/>
            <ac:spMk id="14" creationId="{8E26DA96-249F-5EA9-EB93-21D6030DEF08}"/>
          </ac:spMkLst>
        </pc:spChg>
        <pc:spChg chg="mod">
          <ac:chgData name="Subin Kim" userId="7a391c569b417ca4" providerId="LiveId" clId="{DDC4B82C-4C57-4125-A5DA-3B4D02FEC319}" dt="2026-05-16T13:51:58.522" v="687" actId="1076"/>
          <ac:spMkLst>
            <pc:docMk/>
            <pc:sldMk cId="722263096" sldId="282"/>
            <ac:spMk id="15" creationId="{7C37EBEC-6753-C7E0-7E04-C2010D76A5BC}"/>
          </ac:spMkLst>
        </pc:spChg>
        <pc:spChg chg="mod">
          <ac:chgData name="Subin Kim" userId="7a391c569b417ca4" providerId="LiveId" clId="{DDC4B82C-4C57-4125-A5DA-3B4D02FEC319}" dt="2026-05-16T13:51:58.522" v="687" actId="1076"/>
          <ac:spMkLst>
            <pc:docMk/>
            <pc:sldMk cId="722263096" sldId="282"/>
            <ac:spMk id="16" creationId="{649D2545-564B-C184-EE3C-8C8B6BD5FBA8}"/>
          </ac:spMkLst>
        </pc:spChg>
        <pc:spChg chg="add mod">
          <ac:chgData name="Subin Kim" userId="7a391c569b417ca4" providerId="LiveId" clId="{DDC4B82C-4C57-4125-A5DA-3B4D02FEC319}" dt="2026-05-16T13:54:02.482" v="772" actId="1076"/>
          <ac:spMkLst>
            <pc:docMk/>
            <pc:sldMk cId="722263096" sldId="282"/>
            <ac:spMk id="17" creationId="{23A31A31-B0E6-01CE-53B1-A1E28E0568A6}"/>
          </ac:spMkLst>
        </pc:spChg>
        <pc:spChg chg="add mod">
          <ac:chgData name="Subin Kim" userId="7a391c569b417ca4" providerId="LiveId" clId="{DDC4B82C-4C57-4125-A5DA-3B4D02FEC319}" dt="2026-05-16T13:54:02.482" v="772" actId="1076"/>
          <ac:spMkLst>
            <pc:docMk/>
            <pc:sldMk cId="722263096" sldId="282"/>
            <ac:spMk id="18" creationId="{0AA885B4-7AEE-055F-8FD5-E45A7F67C317}"/>
          </ac:spMkLst>
        </pc:spChg>
        <pc:spChg chg="mod">
          <ac:chgData name="Subin Kim" userId="7a391c569b417ca4" providerId="LiveId" clId="{DDC4B82C-4C57-4125-A5DA-3B4D02FEC319}" dt="2026-05-16T13:51:58.522" v="687" actId="1076"/>
          <ac:spMkLst>
            <pc:docMk/>
            <pc:sldMk cId="722263096" sldId="282"/>
            <ac:spMk id="22" creationId="{D6C87CA9-BEE7-EC20-936C-584B245BA881}"/>
          </ac:spMkLst>
        </pc:spChg>
        <pc:spChg chg="mod">
          <ac:chgData name="Subin Kim" userId="7a391c569b417ca4" providerId="LiveId" clId="{DDC4B82C-4C57-4125-A5DA-3B4D02FEC319}" dt="2026-05-16T13:53:46.312" v="768" actId="1038"/>
          <ac:spMkLst>
            <pc:docMk/>
            <pc:sldMk cId="722263096" sldId="282"/>
            <ac:spMk id="39" creationId="{2A945296-3419-C4D7-7CD5-BD768558C367}"/>
          </ac:spMkLst>
        </pc:spChg>
        <pc:spChg chg="mod">
          <ac:chgData name="Subin Kim" userId="7a391c569b417ca4" providerId="LiveId" clId="{DDC4B82C-4C57-4125-A5DA-3B4D02FEC319}" dt="2026-05-16T13:53:46.312" v="768" actId="1038"/>
          <ac:spMkLst>
            <pc:docMk/>
            <pc:sldMk cId="722263096" sldId="282"/>
            <ac:spMk id="40" creationId="{6617D6BA-D8E7-FBB4-4D1E-35547201EA49}"/>
          </ac:spMkLst>
        </pc:spChg>
        <pc:spChg chg="mod">
          <ac:chgData name="Subin Kim" userId="7a391c569b417ca4" providerId="LiveId" clId="{DDC4B82C-4C57-4125-A5DA-3B4D02FEC319}" dt="2026-05-16T13:53:46.312" v="768" actId="1038"/>
          <ac:spMkLst>
            <pc:docMk/>
            <pc:sldMk cId="722263096" sldId="282"/>
            <ac:spMk id="42" creationId="{07C9B6C0-F4DE-3246-6F12-577A4C4B7255}"/>
          </ac:spMkLst>
        </pc:spChg>
        <pc:spChg chg="mod">
          <ac:chgData name="Subin Kim" userId="7a391c569b417ca4" providerId="LiveId" clId="{DDC4B82C-4C57-4125-A5DA-3B4D02FEC319}" dt="2026-05-16T13:53:46.312" v="768" actId="1038"/>
          <ac:spMkLst>
            <pc:docMk/>
            <pc:sldMk cId="722263096" sldId="282"/>
            <ac:spMk id="47" creationId="{38FDA098-55B9-E284-20D8-8F027C949EB5}"/>
          </ac:spMkLst>
        </pc:spChg>
        <pc:cxnChg chg="mod">
          <ac:chgData name="Subin Kim" userId="7a391c569b417ca4" providerId="LiveId" clId="{DDC4B82C-4C57-4125-A5DA-3B4D02FEC319}" dt="2026-05-16T13:51:58.522" v="687" actId="1076"/>
          <ac:cxnSpMkLst>
            <pc:docMk/>
            <pc:sldMk cId="722263096" sldId="282"/>
            <ac:cxnSpMk id="21" creationId="{7B96D283-2C97-E573-8374-920899BF6290}"/>
          </ac:cxnSpMkLst>
        </pc:cxnChg>
        <pc:cxnChg chg="mod">
          <ac:chgData name="Subin Kim" userId="7a391c569b417ca4" providerId="LiveId" clId="{DDC4B82C-4C57-4125-A5DA-3B4D02FEC319}" dt="2026-05-16T13:53:46.312" v="768" actId="1038"/>
          <ac:cxnSpMkLst>
            <pc:docMk/>
            <pc:sldMk cId="722263096" sldId="282"/>
            <ac:cxnSpMk id="41" creationId="{750123D0-698F-7D42-0CF4-73A36634F839}"/>
          </ac:cxnSpMkLst>
        </pc:cxnChg>
        <pc:cxnChg chg="mod">
          <ac:chgData name="Subin Kim" userId="7a391c569b417ca4" providerId="LiveId" clId="{DDC4B82C-4C57-4125-A5DA-3B4D02FEC319}" dt="2026-05-16T13:53:46.312" v="768" actId="1038"/>
          <ac:cxnSpMkLst>
            <pc:docMk/>
            <pc:sldMk cId="722263096" sldId="282"/>
            <ac:cxnSpMk id="46" creationId="{4C82A7CD-3F39-D051-3D45-D540395DC626}"/>
          </ac:cxnSpMkLst>
        </pc:cxnChg>
      </pc:sldChg>
      <pc:sldChg chg="addSp delSp modSp add mod ord modNotesTx">
        <pc:chgData name="Subin Kim" userId="7a391c569b417ca4" providerId="LiveId" clId="{DDC4B82C-4C57-4125-A5DA-3B4D02FEC319}" dt="2026-05-18T03:59:17.722" v="2316" actId="20577"/>
        <pc:sldMkLst>
          <pc:docMk/>
          <pc:sldMk cId="2925861032" sldId="283"/>
        </pc:sldMkLst>
        <pc:spChg chg="add mod">
          <ac:chgData name="Subin Kim" userId="7a391c569b417ca4" providerId="LiveId" clId="{DDC4B82C-4C57-4125-A5DA-3B4D02FEC319}" dt="2026-05-16T14:35:08.036" v="1779" actId="1076"/>
          <ac:spMkLst>
            <pc:docMk/>
            <pc:sldMk cId="2925861032" sldId="283"/>
            <ac:spMk id="4" creationId="{7CD4ACAA-EECD-61B4-3781-5640FCD3108A}"/>
          </ac:spMkLst>
        </pc:spChg>
        <pc:spChg chg="mod">
          <ac:chgData name="Subin Kim" userId="7a391c569b417ca4" providerId="LiveId" clId="{DDC4B82C-4C57-4125-A5DA-3B4D02FEC319}" dt="2026-05-16T14:37:11.002" v="1812" actId="1076"/>
          <ac:spMkLst>
            <pc:docMk/>
            <pc:sldMk cId="2925861032" sldId="283"/>
            <ac:spMk id="5" creationId="{61C94EBB-3F20-38AD-FE5D-243350532F9C}"/>
          </ac:spMkLst>
        </pc:spChg>
        <pc:spChg chg="mod">
          <ac:chgData name="Subin Kim" userId="7a391c569b417ca4" providerId="LiveId" clId="{DDC4B82C-4C57-4125-A5DA-3B4D02FEC319}" dt="2026-05-16T14:34:22.612" v="1774" actId="14100"/>
          <ac:spMkLst>
            <pc:docMk/>
            <pc:sldMk cId="2925861032" sldId="283"/>
            <ac:spMk id="6" creationId="{6A843F61-CF25-B54A-4D5A-19C09B150D8A}"/>
          </ac:spMkLst>
        </pc:spChg>
        <pc:spChg chg="add mod">
          <ac:chgData name="Subin Kim" userId="7a391c569b417ca4" providerId="LiveId" clId="{DDC4B82C-4C57-4125-A5DA-3B4D02FEC319}" dt="2026-05-16T14:35:08.036" v="1779" actId="1076"/>
          <ac:spMkLst>
            <pc:docMk/>
            <pc:sldMk cId="2925861032" sldId="283"/>
            <ac:spMk id="8" creationId="{6C25CD4F-3A62-6477-56F4-40A66A87AABF}"/>
          </ac:spMkLst>
        </pc:spChg>
        <pc:spChg chg="add mod">
          <ac:chgData name="Subin Kim" userId="7a391c569b417ca4" providerId="LiveId" clId="{DDC4B82C-4C57-4125-A5DA-3B4D02FEC319}" dt="2026-05-16T14:34:57.412" v="1778"/>
          <ac:spMkLst>
            <pc:docMk/>
            <pc:sldMk cId="2925861032" sldId="283"/>
            <ac:spMk id="9" creationId="{0DB7851D-0905-BD9A-FB41-D90FAA0B79E1}"/>
          </ac:spMkLst>
        </pc:spChg>
        <pc:spChg chg="add mod">
          <ac:chgData name="Subin Kim" userId="7a391c569b417ca4" providerId="LiveId" clId="{DDC4B82C-4C57-4125-A5DA-3B4D02FEC319}" dt="2026-05-16T14:34:57.412" v="1778"/>
          <ac:spMkLst>
            <pc:docMk/>
            <pc:sldMk cId="2925861032" sldId="283"/>
            <ac:spMk id="10" creationId="{375260E2-FF59-9D49-5B71-1B6C2EBFEBAA}"/>
          </ac:spMkLst>
        </pc:spChg>
        <pc:spChg chg="add mod">
          <ac:chgData name="Subin Kim" userId="7a391c569b417ca4" providerId="LiveId" clId="{DDC4B82C-4C57-4125-A5DA-3B4D02FEC319}" dt="2026-05-16T14:34:57.412" v="1778"/>
          <ac:spMkLst>
            <pc:docMk/>
            <pc:sldMk cId="2925861032" sldId="283"/>
            <ac:spMk id="11" creationId="{B663A96E-E649-CB34-A9A1-A03D576D8319}"/>
          </ac:spMkLst>
        </pc:spChg>
        <pc:spChg chg="add mod">
          <ac:chgData name="Subin Kim" userId="7a391c569b417ca4" providerId="LiveId" clId="{DDC4B82C-4C57-4125-A5DA-3B4D02FEC319}" dt="2026-05-16T14:34:57.412" v="1778"/>
          <ac:spMkLst>
            <pc:docMk/>
            <pc:sldMk cId="2925861032" sldId="283"/>
            <ac:spMk id="12" creationId="{4ABAF1EB-64D2-6810-C0CB-FE2911395E41}"/>
          </ac:spMkLst>
        </pc:spChg>
        <pc:spChg chg="add mod">
          <ac:chgData name="Subin Kim" userId="7a391c569b417ca4" providerId="LiveId" clId="{DDC4B82C-4C57-4125-A5DA-3B4D02FEC319}" dt="2026-05-16T14:34:57.412" v="1778"/>
          <ac:spMkLst>
            <pc:docMk/>
            <pc:sldMk cId="2925861032" sldId="283"/>
            <ac:spMk id="13" creationId="{629D3EE8-8200-660B-F4CA-D3F113639625}"/>
          </ac:spMkLst>
        </pc:spChg>
        <pc:spChg chg="add mod">
          <ac:chgData name="Subin Kim" userId="7a391c569b417ca4" providerId="LiveId" clId="{DDC4B82C-4C57-4125-A5DA-3B4D02FEC319}" dt="2026-05-16T14:34:57.412" v="1778"/>
          <ac:spMkLst>
            <pc:docMk/>
            <pc:sldMk cId="2925861032" sldId="283"/>
            <ac:spMk id="14" creationId="{F1BBAD2B-C2AD-F694-DE57-29F541EED420}"/>
          </ac:spMkLst>
        </pc:spChg>
        <pc:spChg chg="add mod">
          <ac:chgData name="Subin Kim" userId="7a391c569b417ca4" providerId="LiveId" clId="{DDC4B82C-4C57-4125-A5DA-3B4D02FEC319}" dt="2026-05-16T14:34:57.412" v="1778"/>
          <ac:spMkLst>
            <pc:docMk/>
            <pc:sldMk cId="2925861032" sldId="283"/>
            <ac:spMk id="15" creationId="{ABECA67A-40D8-8F4E-82BA-8715572B244A}"/>
          </ac:spMkLst>
        </pc:spChg>
        <pc:spChg chg="mod">
          <ac:chgData name="Subin Kim" userId="7a391c569b417ca4" providerId="LiveId" clId="{DDC4B82C-4C57-4125-A5DA-3B4D02FEC319}" dt="2026-05-16T14:37:11.002" v="1812" actId="1076"/>
          <ac:spMkLst>
            <pc:docMk/>
            <pc:sldMk cId="2925861032" sldId="283"/>
            <ac:spMk id="17" creationId="{389B393B-D882-2159-494A-5465EE336574}"/>
          </ac:spMkLst>
        </pc:spChg>
        <pc:spChg chg="mod">
          <ac:chgData name="Subin Kim" userId="7a391c569b417ca4" providerId="LiveId" clId="{DDC4B82C-4C57-4125-A5DA-3B4D02FEC319}" dt="2026-05-16T14:37:11.002" v="1812" actId="1076"/>
          <ac:spMkLst>
            <pc:docMk/>
            <pc:sldMk cId="2925861032" sldId="283"/>
            <ac:spMk id="22" creationId="{8C51250F-D719-DD1C-86BC-2D56D5EE88DC}"/>
          </ac:spMkLst>
        </pc:spChg>
      </pc:sldChg>
      <pc:sldChg chg="addSp delSp modSp add mod ord modNotesTx">
        <pc:chgData name="Subin Kim" userId="7a391c569b417ca4" providerId="LiveId" clId="{DDC4B82C-4C57-4125-A5DA-3B4D02FEC319}" dt="2026-05-18T03:59:24.298" v="2317" actId="20577"/>
        <pc:sldMkLst>
          <pc:docMk/>
          <pc:sldMk cId="2882380516" sldId="284"/>
        </pc:sldMkLst>
        <pc:spChg chg="add mod">
          <ac:chgData name="Subin Kim" userId="7a391c569b417ca4" providerId="LiveId" clId="{DDC4B82C-4C57-4125-A5DA-3B4D02FEC319}" dt="2026-05-16T14:36:35.098" v="1807" actId="1076"/>
          <ac:spMkLst>
            <pc:docMk/>
            <pc:sldMk cId="2882380516" sldId="284"/>
            <ac:spMk id="3" creationId="{C6C22628-34F2-7659-D562-075C44A5826F}"/>
          </ac:spMkLst>
        </pc:spChg>
        <pc:spChg chg="add mod">
          <ac:chgData name="Subin Kim" userId="7a391c569b417ca4" providerId="LiveId" clId="{DDC4B82C-4C57-4125-A5DA-3B4D02FEC319}" dt="2026-05-16T14:36:35.098" v="1807" actId="1076"/>
          <ac:spMkLst>
            <pc:docMk/>
            <pc:sldMk cId="2882380516" sldId="284"/>
            <ac:spMk id="16" creationId="{2C736108-4443-E6D8-822D-33A7E43FD1F0}"/>
          </ac:spMkLst>
        </pc:spChg>
        <pc:spChg chg="add mod">
          <ac:chgData name="Subin Kim" userId="7a391c569b417ca4" providerId="LiveId" clId="{DDC4B82C-4C57-4125-A5DA-3B4D02FEC319}" dt="2026-05-16T14:38:40.196" v="1856" actId="1035"/>
          <ac:spMkLst>
            <pc:docMk/>
            <pc:sldMk cId="2882380516" sldId="284"/>
            <ac:spMk id="19" creationId="{0BC47C96-C3BB-4DA3-817F-B8DE8D424405}"/>
          </ac:spMkLst>
        </pc:spChg>
        <pc:spChg chg="add mod">
          <ac:chgData name="Subin Kim" userId="7a391c569b417ca4" providerId="LiveId" clId="{DDC4B82C-4C57-4125-A5DA-3B4D02FEC319}" dt="2026-05-16T14:38:40.196" v="1856" actId="1035"/>
          <ac:spMkLst>
            <pc:docMk/>
            <pc:sldMk cId="2882380516" sldId="284"/>
            <ac:spMk id="20" creationId="{18D26174-9DEC-1C1E-3AC5-C038385D5C69}"/>
          </ac:spMkLst>
        </pc:spChg>
        <pc:spChg chg="add mod">
          <ac:chgData name="Subin Kim" userId="7a391c569b417ca4" providerId="LiveId" clId="{DDC4B82C-4C57-4125-A5DA-3B4D02FEC319}" dt="2026-05-16T14:36:43.087" v="1810"/>
          <ac:spMkLst>
            <pc:docMk/>
            <pc:sldMk cId="2882380516" sldId="284"/>
            <ac:spMk id="21" creationId="{200BDEFD-1AF1-7360-CFB4-26CC36D2B949}"/>
          </ac:spMkLst>
        </pc:spChg>
        <pc:spChg chg="mod">
          <ac:chgData name="Subin Kim" userId="7a391c569b417ca4" providerId="LiveId" clId="{DDC4B82C-4C57-4125-A5DA-3B4D02FEC319}" dt="2026-05-16T14:36:35.098" v="1807" actId="1076"/>
          <ac:spMkLst>
            <pc:docMk/>
            <pc:sldMk cId="2882380516" sldId="284"/>
            <ac:spMk id="22" creationId="{945548D0-A6E7-BAFB-9B0C-7A1AF2015F13}"/>
          </ac:spMkLst>
        </pc:spChg>
        <pc:spChg chg="add mod">
          <ac:chgData name="Subin Kim" userId="7a391c569b417ca4" providerId="LiveId" clId="{DDC4B82C-4C57-4125-A5DA-3B4D02FEC319}" dt="2026-05-16T14:36:43.087" v="1810"/>
          <ac:spMkLst>
            <pc:docMk/>
            <pc:sldMk cId="2882380516" sldId="284"/>
            <ac:spMk id="24" creationId="{2C6BDD0B-4260-A54E-C4E5-6EC0A08D4018}"/>
          </ac:spMkLst>
        </pc:spChg>
        <pc:spChg chg="add mod">
          <ac:chgData name="Subin Kim" userId="7a391c569b417ca4" providerId="LiveId" clId="{DDC4B82C-4C57-4125-A5DA-3B4D02FEC319}" dt="2026-05-16T14:36:43.087" v="1810"/>
          <ac:spMkLst>
            <pc:docMk/>
            <pc:sldMk cId="2882380516" sldId="284"/>
            <ac:spMk id="25" creationId="{643CCEAF-504E-F877-FA88-0AA0E4331FFB}"/>
          </ac:spMkLst>
        </pc:spChg>
        <pc:spChg chg="add mod">
          <ac:chgData name="Subin Kim" userId="7a391c569b417ca4" providerId="LiveId" clId="{DDC4B82C-4C57-4125-A5DA-3B4D02FEC319}" dt="2026-05-16T14:36:43.087" v="1810"/>
          <ac:spMkLst>
            <pc:docMk/>
            <pc:sldMk cId="2882380516" sldId="284"/>
            <ac:spMk id="27" creationId="{008C32F5-597D-6DF8-9882-837C0C34941E}"/>
          </ac:spMkLst>
        </pc:spChg>
        <pc:spChg chg="add mod">
          <ac:chgData name="Subin Kim" userId="7a391c569b417ca4" providerId="LiveId" clId="{DDC4B82C-4C57-4125-A5DA-3B4D02FEC319}" dt="2026-05-16T14:36:43.087" v="1810"/>
          <ac:spMkLst>
            <pc:docMk/>
            <pc:sldMk cId="2882380516" sldId="284"/>
            <ac:spMk id="28" creationId="{B8E68180-7ECE-BB89-73A0-9FD2CA2E4156}"/>
          </ac:spMkLst>
        </pc:spChg>
        <pc:spChg chg="add mod">
          <ac:chgData name="Subin Kim" userId="7a391c569b417ca4" providerId="LiveId" clId="{DDC4B82C-4C57-4125-A5DA-3B4D02FEC319}" dt="2026-05-16T14:36:43.087" v="1810"/>
          <ac:spMkLst>
            <pc:docMk/>
            <pc:sldMk cId="2882380516" sldId="284"/>
            <ac:spMk id="30" creationId="{8D3096E9-0883-1C14-A406-DFD398A88175}"/>
          </ac:spMkLst>
        </pc:spChg>
        <pc:spChg chg="add mod">
          <ac:chgData name="Subin Kim" userId="7a391c569b417ca4" providerId="LiveId" clId="{DDC4B82C-4C57-4125-A5DA-3B4D02FEC319}" dt="2026-05-16T14:36:43.087" v="1810"/>
          <ac:spMkLst>
            <pc:docMk/>
            <pc:sldMk cId="2882380516" sldId="284"/>
            <ac:spMk id="31" creationId="{79DAB2F8-3163-650F-25EF-9A21F5F58D2F}"/>
          </ac:spMkLst>
        </pc:spChg>
        <pc:spChg chg="add mod">
          <ac:chgData name="Subin Kim" userId="7a391c569b417ca4" providerId="LiveId" clId="{DDC4B82C-4C57-4125-A5DA-3B4D02FEC319}" dt="2026-05-16T14:36:43.087" v="1810"/>
          <ac:spMkLst>
            <pc:docMk/>
            <pc:sldMk cId="2882380516" sldId="284"/>
            <ac:spMk id="32" creationId="{DA026041-D90A-E263-8808-88D49556875D}"/>
          </ac:spMkLst>
        </pc:spChg>
        <pc:spChg chg="add mod">
          <ac:chgData name="Subin Kim" userId="7a391c569b417ca4" providerId="LiveId" clId="{DDC4B82C-4C57-4125-A5DA-3B4D02FEC319}" dt="2026-05-16T14:36:43.087" v="1810"/>
          <ac:spMkLst>
            <pc:docMk/>
            <pc:sldMk cId="2882380516" sldId="284"/>
            <ac:spMk id="33" creationId="{1807CECE-B75F-595A-B9E3-3C5DD309589B}"/>
          </ac:spMkLst>
        </pc:spChg>
        <pc:spChg chg="add mod">
          <ac:chgData name="Subin Kim" userId="7a391c569b417ca4" providerId="LiveId" clId="{DDC4B82C-4C57-4125-A5DA-3B4D02FEC319}" dt="2026-05-16T14:36:43.087" v="1810"/>
          <ac:spMkLst>
            <pc:docMk/>
            <pc:sldMk cId="2882380516" sldId="284"/>
            <ac:spMk id="34" creationId="{3161E79C-D5A5-DB19-409E-C22FCDDF53DC}"/>
          </ac:spMkLst>
        </pc:spChg>
        <pc:spChg chg="add mod">
          <ac:chgData name="Subin Kim" userId="7a391c569b417ca4" providerId="LiveId" clId="{DDC4B82C-4C57-4125-A5DA-3B4D02FEC319}" dt="2026-05-16T14:38:05.574" v="1845"/>
          <ac:spMkLst>
            <pc:docMk/>
            <pc:sldMk cId="2882380516" sldId="284"/>
            <ac:spMk id="35" creationId="{AAE07A90-89EA-F182-A45E-9A575EB7FF32}"/>
          </ac:spMkLst>
        </pc:spChg>
      </pc:sldChg>
      <pc:sldChg chg="addSp delSp modSp add mod ord modNotesTx">
        <pc:chgData name="Subin Kim" userId="7a391c569b417ca4" providerId="LiveId" clId="{DDC4B82C-4C57-4125-A5DA-3B4D02FEC319}" dt="2026-05-16T14:59:08.187" v="2088" actId="20577"/>
        <pc:sldMkLst>
          <pc:docMk/>
          <pc:sldMk cId="3783439116" sldId="285"/>
        </pc:sldMkLst>
        <pc:spChg chg="mod">
          <ac:chgData name="Subin Kim" userId="7a391c569b417ca4" providerId="LiveId" clId="{DDC4B82C-4C57-4125-A5DA-3B4D02FEC319}" dt="2026-05-16T14:58:29.949" v="2058" actId="1036"/>
          <ac:spMkLst>
            <pc:docMk/>
            <pc:sldMk cId="3783439116" sldId="285"/>
            <ac:spMk id="20" creationId="{A2F08FA0-C4F8-E56F-5E1B-C56BD8EF78A2}"/>
          </ac:spMkLst>
        </pc:spChg>
        <pc:spChg chg="mod">
          <ac:chgData name="Subin Kim" userId="7a391c569b417ca4" providerId="LiveId" clId="{DDC4B82C-4C57-4125-A5DA-3B4D02FEC319}" dt="2026-05-16T14:58:29.949" v="2058" actId="1036"/>
          <ac:spMkLst>
            <pc:docMk/>
            <pc:sldMk cId="3783439116" sldId="285"/>
            <ac:spMk id="22" creationId="{2F148572-73B6-8F6E-2F7E-0436EB510153}"/>
          </ac:spMkLst>
        </pc:spChg>
        <pc:spChg chg="mod">
          <ac:chgData name="Subin Kim" userId="7a391c569b417ca4" providerId="LiveId" clId="{DDC4B82C-4C57-4125-A5DA-3B4D02FEC319}" dt="2026-05-16T14:58:29.949" v="2058" actId="1036"/>
          <ac:spMkLst>
            <pc:docMk/>
            <pc:sldMk cId="3783439116" sldId="285"/>
            <ac:spMk id="42" creationId="{B2C5835B-9E31-E4A9-CE0E-8A8250C9A7AE}"/>
          </ac:spMkLst>
        </pc:spChg>
        <pc:spChg chg="mod">
          <ac:chgData name="Subin Kim" userId="7a391c569b417ca4" providerId="LiveId" clId="{DDC4B82C-4C57-4125-A5DA-3B4D02FEC319}" dt="2026-05-16T14:58:29.949" v="2058" actId="1036"/>
          <ac:spMkLst>
            <pc:docMk/>
            <pc:sldMk cId="3783439116" sldId="285"/>
            <ac:spMk id="43" creationId="{6729AAE3-7DFF-E70B-6B99-A436F12EDFB6}"/>
          </ac:spMkLst>
        </pc:spChg>
        <pc:picChg chg="mod">
          <ac:chgData name="Subin Kim" userId="7a391c569b417ca4" providerId="LiveId" clId="{DDC4B82C-4C57-4125-A5DA-3B4D02FEC319}" dt="2026-05-16T14:58:29.949" v="2058" actId="1036"/>
          <ac:picMkLst>
            <pc:docMk/>
            <pc:sldMk cId="3783439116" sldId="285"/>
            <ac:picMk id="18" creationId="{D2D4F90E-4182-52CE-C1BB-196E3D578756}"/>
          </ac:picMkLst>
        </pc:picChg>
        <pc:cxnChg chg="add mod">
          <ac:chgData name="Subin Kim" userId="7a391c569b417ca4" providerId="LiveId" clId="{DDC4B82C-4C57-4125-A5DA-3B4D02FEC319}" dt="2026-05-16T14:58:29.949" v="2058" actId="1036"/>
          <ac:cxnSpMkLst>
            <pc:docMk/>
            <pc:sldMk cId="3783439116" sldId="285"/>
            <ac:cxnSpMk id="6" creationId="{573C0FCB-0ADE-49DE-5C1E-A6887A9BAADB}"/>
          </ac:cxnSpMkLst>
        </pc:cxnChg>
        <pc:cxnChg chg="add mod">
          <ac:chgData name="Subin Kim" userId="7a391c569b417ca4" providerId="LiveId" clId="{DDC4B82C-4C57-4125-A5DA-3B4D02FEC319}" dt="2026-05-16T14:58:29.949" v="2058" actId="1036"/>
          <ac:cxnSpMkLst>
            <pc:docMk/>
            <pc:sldMk cId="3783439116" sldId="285"/>
            <ac:cxnSpMk id="8" creationId="{7524166A-0C1E-2ED6-D352-15916F5C9953}"/>
          </ac:cxnSpMkLst>
        </pc:cxnChg>
        <pc:cxnChg chg="add mod">
          <ac:chgData name="Subin Kim" userId="7a391c569b417ca4" providerId="LiveId" clId="{DDC4B82C-4C57-4125-A5DA-3B4D02FEC319}" dt="2026-05-16T14:58:29.949" v="2058" actId="1036"/>
          <ac:cxnSpMkLst>
            <pc:docMk/>
            <pc:sldMk cId="3783439116" sldId="285"/>
            <ac:cxnSpMk id="13" creationId="{9103709B-A7EA-9CB4-3507-07C40F2265BA}"/>
          </ac:cxnSpMkLst>
        </pc:cxnChg>
      </pc:sldChg>
      <pc:sldChg chg="addSp delSp modSp add mod modNotesTx">
        <pc:chgData name="Subin Kim" userId="7a391c569b417ca4" providerId="LiveId" clId="{DDC4B82C-4C57-4125-A5DA-3B4D02FEC319}" dt="2026-05-16T14:59:19.995" v="2109"/>
        <pc:sldMkLst>
          <pc:docMk/>
          <pc:sldMk cId="894677219" sldId="286"/>
        </pc:sldMkLst>
        <pc:spChg chg="add mod">
          <ac:chgData name="Subin Kim" userId="7a391c569b417ca4" providerId="LiveId" clId="{DDC4B82C-4C57-4125-A5DA-3B4D02FEC319}" dt="2026-05-16T14:59:19.995" v="2109"/>
          <ac:spMkLst>
            <pc:docMk/>
            <pc:sldMk cId="894677219" sldId="286"/>
            <ac:spMk id="4" creationId="{5E4B9B49-F5EC-4006-E744-0C7CF3731EC8}"/>
          </ac:spMkLst>
        </pc:spChg>
        <pc:spChg chg="mod">
          <ac:chgData name="Subin Kim" userId="7a391c569b417ca4" providerId="LiveId" clId="{DDC4B82C-4C57-4125-A5DA-3B4D02FEC319}" dt="2026-05-16T14:58:24.980" v="2057" actId="1036"/>
          <ac:spMkLst>
            <pc:docMk/>
            <pc:sldMk cId="894677219" sldId="286"/>
            <ac:spMk id="20" creationId="{500994C1-9FE7-4C75-628D-207A514AA06E}"/>
          </ac:spMkLst>
        </pc:spChg>
        <pc:spChg chg="mod">
          <ac:chgData name="Subin Kim" userId="7a391c569b417ca4" providerId="LiveId" clId="{DDC4B82C-4C57-4125-A5DA-3B4D02FEC319}" dt="2026-05-16T14:58:24.980" v="2057" actId="1036"/>
          <ac:spMkLst>
            <pc:docMk/>
            <pc:sldMk cId="894677219" sldId="286"/>
            <ac:spMk id="22" creationId="{FD38CFA9-0AB5-FF34-C17D-D075E9DA4E97}"/>
          </ac:spMkLst>
        </pc:spChg>
        <pc:spChg chg="mod">
          <ac:chgData name="Subin Kim" userId="7a391c569b417ca4" providerId="LiveId" clId="{DDC4B82C-4C57-4125-A5DA-3B4D02FEC319}" dt="2026-05-16T14:58:24.980" v="2057" actId="1036"/>
          <ac:spMkLst>
            <pc:docMk/>
            <pc:sldMk cId="894677219" sldId="286"/>
            <ac:spMk id="42" creationId="{9A396588-8409-DE88-7CEF-2FD81A99D402}"/>
          </ac:spMkLst>
        </pc:spChg>
        <pc:spChg chg="mod">
          <ac:chgData name="Subin Kim" userId="7a391c569b417ca4" providerId="LiveId" clId="{DDC4B82C-4C57-4125-A5DA-3B4D02FEC319}" dt="2026-05-16T14:58:24.980" v="2057" actId="1036"/>
          <ac:spMkLst>
            <pc:docMk/>
            <pc:sldMk cId="894677219" sldId="286"/>
            <ac:spMk id="43" creationId="{A6367B71-9845-6C13-8E3C-479834181408}"/>
          </ac:spMkLst>
        </pc:spChg>
        <pc:picChg chg="mod">
          <ac:chgData name="Subin Kim" userId="7a391c569b417ca4" providerId="LiveId" clId="{DDC4B82C-4C57-4125-A5DA-3B4D02FEC319}" dt="2026-05-16T14:58:24.980" v="2057" actId="1036"/>
          <ac:picMkLst>
            <pc:docMk/>
            <pc:sldMk cId="894677219" sldId="286"/>
            <ac:picMk id="18" creationId="{336F121D-5BC6-740A-E2EA-8ED689F3F6BE}"/>
          </ac:picMkLst>
        </pc:picChg>
        <pc:cxnChg chg="mod">
          <ac:chgData name="Subin Kim" userId="7a391c569b417ca4" providerId="LiveId" clId="{DDC4B82C-4C57-4125-A5DA-3B4D02FEC319}" dt="2026-05-16T14:58:24.980" v="2057" actId="1036"/>
          <ac:cxnSpMkLst>
            <pc:docMk/>
            <pc:sldMk cId="894677219" sldId="286"/>
            <ac:cxnSpMk id="6" creationId="{DC629FA4-1AB9-F627-4F57-6672BFFEDF72}"/>
          </ac:cxnSpMkLst>
        </pc:cxnChg>
        <pc:cxnChg chg="mod">
          <ac:chgData name="Subin Kim" userId="7a391c569b417ca4" providerId="LiveId" clId="{DDC4B82C-4C57-4125-A5DA-3B4D02FEC319}" dt="2026-05-16T14:58:24.980" v="2057" actId="1036"/>
          <ac:cxnSpMkLst>
            <pc:docMk/>
            <pc:sldMk cId="894677219" sldId="286"/>
            <ac:cxnSpMk id="8" creationId="{E7851631-10B6-94A9-85CF-8B0AC701C3AD}"/>
          </ac:cxnSpMkLst>
        </pc:cxnChg>
        <pc:cxnChg chg="mod">
          <ac:chgData name="Subin Kim" userId="7a391c569b417ca4" providerId="LiveId" clId="{DDC4B82C-4C57-4125-A5DA-3B4D02FEC319}" dt="2026-05-16T14:58:24.980" v="2057" actId="1036"/>
          <ac:cxnSpMkLst>
            <pc:docMk/>
            <pc:sldMk cId="894677219" sldId="286"/>
            <ac:cxnSpMk id="13" creationId="{76D77FD6-0614-1C28-84F0-CE0ADC54D1E5}"/>
          </ac:cxnSpMkLst>
        </pc:cxnChg>
      </pc:sldChg>
      <pc:sldChg chg="delSp modSp add mod modNotesTx">
        <pc:chgData name="Subin Kim" userId="7a391c569b417ca4" providerId="LiveId" clId="{DDC4B82C-4C57-4125-A5DA-3B4D02FEC319}" dt="2026-05-16T14:59:03.778" v="2084" actId="20577"/>
        <pc:sldMkLst>
          <pc:docMk/>
          <pc:sldMk cId="470251050" sldId="287"/>
        </pc:sldMkLst>
        <pc:spChg chg="mod">
          <ac:chgData name="Subin Kim" userId="7a391c569b417ca4" providerId="LiveId" clId="{DDC4B82C-4C57-4125-A5DA-3B4D02FEC319}" dt="2026-05-16T14:58:12.510" v="2018" actId="1036"/>
          <ac:spMkLst>
            <pc:docMk/>
            <pc:sldMk cId="470251050" sldId="287"/>
            <ac:spMk id="2" creationId="{7DD2BA9B-DC66-325B-03B6-B9879AFA80B2}"/>
          </ac:spMkLst>
        </pc:spChg>
        <pc:spChg chg="mod">
          <ac:chgData name="Subin Kim" userId="7a391c569b417ca4" providerId="LiveId" clId="{DDC4B82C-4C57-4125-A5DA-3B4D02FEC319}" dt="2026-05-16T14:58:12.510" v="2018" actId="1036"/>
          <ac:spMkLst>
            <pc:docMk/>
            <pc:sldMk cId="470251050" sldId="287"/>
            <ac:spMk id="3" creationId="{3A583A40-2B14-4918-93E7-4E388EF5D7C1}"/>
          </ac:spMkLst>
        </pc:spChg>
        <pc:spChg chg="mod">
          <ac:chgData name="Subin Kim" userId="7a391c569b417ca4" providerId="LiveId" clId="{DDC4B82C-4C57-4125-A5DA-3B4D02FEC319}" dt="2026-05-16T14:58:12.510" v="2018" actId="1036"/>
          <ac:spMkLst>
            <pc:docMk/>
            <pc:sldMk cId="470251050" sldId="287"/>
            <ac:spMk id="4" creationId="{547CD3B5-2150-9EF1-E565-860C464724EB}"/>
          </ac:spMkLst>
        </pc:spChg>
        <pc:spChg chg="mod">
          <ac:chgData name="Subin Kim" userId="7a391c569b417ca4" providerId="LiveId" clId="{DDC4B82C-4C57-4125-A5DA-3B4D02FEC319}" dt="2026-05-16T14:58:12.510" v="2018" actId="1036"/>
          <ac:spMkLst>
            <pc:docMk/>
            <pc:sldMk cId="470251050" sldId="287"/>
            <ac:spMk id="11" creationId="{67BBC042-E03A-8BDC-F835-58F3A01DFC46}"/>
          </ac:spMkLst>
        </pc:spChg>
        <pc:spChg chg="mod">
          <ac:chgData name="Subin Kim" userId="7a391c569b417ca4" providerId="LiveId" clId="{DDC4B82C-4C57-4125-A5DA-3B4D02FEC319}" dt="2026-05-16T14:58:12.510" v="2018" actId="1036"/>
          <ac:spMkLst>
            <pc:docMk/>
            <pc:sldMk cId="470251050" sldId="287"/>
            <ac:spMk id="12" creationId="{CD49CBC1-04BE-A31D-655A-C446CA72FB1E}"/>
          </ac:spMkLst>
        </pc:spChg>
        <pc:spChg chg="mod">
          <ac:chgData name="Subin Kim" userId="7a391c569b417ca4" providerId="LiveId" clId="{DDC4B82C-4C57-4125-A5DA-3B4D02FEC319}" dt="2026-05-16T14:58:12.510" v="2018" actId="1036"/>
          <ac:spMkLst>
            <pc:docMk/>
            <pc:sldMk cId="470251050" sldId="287"/>
            <ac:spMk id="14" creationId="{F036B310-5E65-6CA4-5C8D-341AA2E28C23}"/>
          </ac:spMkLst>
        </pc:spChg>
        <pc:spChg chg="mod">
          <ac:chgData name="Subin Kim" userId="7a391c569b417ca4" providerId="LiveId" clId="{DDC4B82C-4C57-4125-A5DA-3B4D02FEC319}" dt="2026-05-16T14:58:12.510" v="2018" actId="1036"/>
          <ac:spMkLst>
            <pc:docMk/>
            <pc:sldMk cId="470251050" sldId="287"/>
            <ac:spMk id="15" creationId="{4038CB7E-F6EB-BFB1-CA27-24B86CAFAFDB}"/>
          </ac:spMkLst>
        </pc:spChg>
        <pc:spChg chg="mod">
          <ac:chgData name="Subin Kim" userId="7a391c569b417ca4" providerId="LiveId" clId="{DDC4B82C-4C57-4125-A5DA-3B4D02FEC319}" dt="2026-05-16T14:58:12.510" v="2018" actId="1036"/>
          <ac:spMkLst>
            <pc:docMk/>
            <pc:sldMk cId="470251050" sldId="287"/>
            <ac:spMk id="19" creationId="{7CDCF492-77DA-D69A-1AF9-1971F54019DE}"/>
          </ac:spMkLst>
        </pc:spChg>
        <pc:picChg chg="mod">
          <ac:chgData name="Subin Kim" userId="7a391c569b417ca4" providerId="LiveId" clId="{DDC4B82C-4C57-4125-A5DA-3B4D02FEC319}" dt="2026-05-16T14:58:12.510" v="2018" actId="1036"/>
          <ac:picMkLst>
            <pc:docMk/>
            <pc:sldMk cId="470251050" sldId="287"/>
            <ac:picMk id="10" creationId="{3B93F99E-50FB-A491-FCD6-796A62E010F8}"/>
          </ac:picMkLst>
        </pc:picChg>
        <pc:picChg chg="mod">
          <ac:chgData name="Subin Kim" userId="7a391c569b417ca4" providerId="LiveId" clId="{DDC4B82C-4C57-4125-A5DA-3B4D02FEC319}" dt="2026-05-16T14:58:12.510" v="2018" actId="1036"/>
          <ac:picMkLst>
            <pc:docMk/>
            <pc:sldMk cId="470251050" sldId="287"/>
            <ac:picMk id="16" creationId="{1615AC3E-360F-E091-198B-D48FD2B5A5B7}"/>
          </ac:picMkLst>
        </pc:picChg>
      </pc:sldChg>
      <pc:sldChg chg="add ord">
        <pc:chgData name="Subin Kim" userId="7a391c569b417ca4" providerId="LiveId" clId="{DDC4B82C-4C57-4125-A5DA-3B4D02FEC319}" dt="2026-05-16T14:58:39.038" v="2061"/>
        <pc:sldMkLst>
          <pc:docMk/>
          <pc:sldMk cId="2949267245" sldId="288"/>
        </pc:sldMkLst>
      </pc:sldChg>
      <pc:sldChg chg="addSp delSp modSp add mod ord modNotesTx">
        <pc:chgData name="Subin Kim" userId="7a391c569b417ca4" providerId="LiveId" clId="{DDC4B82C-4C57-4125-A5DA-3B4D02FEC319}" dt="2026-05-18T04:00:02.392" v="2346" actId="20577"/>
        <pc:sldMkLst>
          <pc:docMk/>
          <pc:sldMk cId="408774328" sldId="289"/>
        </pc:sldMkLst>
        <pc:spChg chg="del">
          <ac:chgData name="Subin Kim" userId="7a391c569b417ca4" providerId="LiveId" clId="{DDC4B82C-4C57-4125-A5DA-3B4D02FEC319}" dt="2026-05-17T07:51:10.869" v="2160" actId="478"/>
          <ac:spMkLst>
            <pc:docMk/>
            <pc:sldMk cId="408774328" sldId="289"/>
            <ac:spMk id="2" creationId="{24C50FF4-A4A1-48F6-8594-AA1EC436088B}"/>
          </ac:spMkLst>
        </pc:spChg>
        <pc:spChg chg="add del mod modVis">
          <ac:chgData name="Subin Kim" userId="7a391c569b417ca4" providerId="LiveId" clId="{DDC4B82C-4C57-4125-A5DA-3B4D02FEC319}" dt="2026-05-17T07:51:21.787" v="2163" actId="478"/>
          <ac:spMkLst>
            <pc:docMk/>
            <pc:sldMk cId="408774328" sldId="289"/>
            <ac:spMk id="3" creationId="{D9085D5F-E3D9-6C90-CBD7-14B3FD5F4ED7}"/>
          </ac:spMkLst>
        </pc:spChg>
        <pc:spChg chg="add del mod">
          <ac:chgData name="Subin Kim" userId="7a391c569b417ca4" providerId="LiveId" clId="{DDC4B82C-4C57-4125-A5DA-3B4D02FEC319}" dt="2026-05-17T08:38:58.468" v="2203" actId="478"/>
          <ac:spMkLst>
            <pc:docMk/>
            <pc:sldMk cId="408774328" sldId="289"/>
            <ac:spMk id="4" creationId="{9C088534-11FA-0787-E147-6333ECB476C1}"/>
          </ac:spMkLst>
        </pc:spChg>
        <pc:spChg chg="add del mod">
          <ac:chgData name="Subin Kim" userId="7a391c569b417ca4" providerId="LiveId" clId="{DDC4B82C-4C57-4125-A5DA-3B4D02FEC319}" dt="2026-05-17T08:38:57.602" v="2202" actId="478"/>
          <ac:spMkLst>
            <pc:docMk/>
            <pc:sldMk cId="408774328" sldId="289"/>
            <ac:spMk id="5" creationId="{10BE9374-F3A8-D57D-D457-D038315946B1}"/>
          </ac:spMkLst>
        </pc:spChg>
        <pc:spChg chg="add del mod">
          <ac:chgData name="Subin Kim" userId="7a391c569b417ca4" providerId="LiveId" clId="{DDC4B82C-4C57-4125-A5DA-3B4D02FEC319}" dt="2026-05-17T08:39:01.446" v="2206" actId="478"/>
          <ac:spMkLst>
            <pc:docMk/>
            <pc:sldMk cId="408774328" sldId="289"/>
            <ac:spMk id="6" creationId="{97242EEC-357A-6545-5005-9D186D5B4702}"/>
          </ac:spMkLst>
        </pc:spChg>
        <pc:spChg chg="add del mod">
          <ac:chgData name="Subin Kim" userId="7a391c569b417ca4" providerId="LiveId" clId="{DDC4B82C-4C57-4125-A5DA-3B4D02FEC319}" dt="2026-05-17T08:39:00.485" v="2205" actId="478"/>
          <ac:spMkLst>
            <pc:docMk/>
            <pc:sldMk cId="408774328" sldId="289"/>
            <ac:spMk id="7" creationId="{63325667-0FA0-445C-946A-5176B961374D}"/>
          </ac:spMkLst>
        </pc:spChg>
        <pc:spChg chg="mod">
          <ac:chgData name="Subin Kim" userId="7a391c569b417ca4" providerId="LiveId" clId="{DDC4B82C-4C57-4125-A5DA-3B4D02FEC319}" dt="2026-05-17T08:39:59.966" v="2216" actId="1035"/>
          <ac:spMkLst>
            <pc:docMk/>
            <pc:sldMk cId="408774328" sldId="289"/>
            <ac:spMk id="10" creationId="{91C0FE84-B869-A519-4780-B53F4245C33B}"/>
          </ac:spMkLst>
        </pc:spChg>
        <pc:spChg chg="del">
          <ac:chgData name="Subin Kim" userId="7a391c569b417ca4" providerId="LiveId" clId="{DDC4B82C-4C57-4125-A5DA-3B4D02FEC319}" dt="2026-05-17T07:51:10.869" v="2160" actId="478"/>
          <ac:spMkLst>
            <pc:docMk/>
            <pc:sldMk cId="408774328" sldId="289"/>
            <ac:spMk id="16" creationId="{FEBD4F27-D8ED-B11F-677A-9E08E55B2229}"/>
          </ac:spMkLst>
        </pc:spChg>
        <pc:spChg chg="del">
          <ac:chgData name="Subin Kim" userId="7a391c569b417ca4" providerId="LiveId" clId="{DDC4B82C-4C57-4125-A5DA-3B4D02FEC319}" dt="2026-05-17T07:51:10.869" v="2160" actId="478"/>
          <ac:spMkLst>
            <pc:docMk/>
            <pc:sldMk cId="408774328" sldId="289"/>
            <ac:spMk id="18" creationId="{F144BE02-2EBD-038A-983E-C9D0D0A5048F}"/>
          </ac:spMkLst>
        </pc:spChg>
        <pc:spChg chg="mod">
          <ac:chgData name="Subin Kim" userId="7a391c569b417ca4" providerId="LiveId" clId="{DDC4B82C-4C57-4125-A5DA-3B4D02FEC319}" dt="2026-05-17T08:45:33.380" v="2231" actId="14100"/>
          <ac:spMkLst>
            <pc:docMk/>
            <pc:sldMk cId="408774328" sldId="289"/>
            <ac:spMk id="21" creationId="{8308BDB6-260D-31A7-E6B8-DF63EE4AF027}"/>
          </ac:spMkLst>
        </pc:spChg>
        <pc:spChg chg="mod">
          <ac:chgData name="Subin Kim" userId="7a391c569b417ca4" providerId="LiveId" clId="{DDC4B82C-4C57-4125-A5DA-3B4D02FEC319}" dt="2026-05-17T08:39:31.286" v="2212" actId="1076"/>
          <ac:spMkLst>
            <pc:docMk/>
            <pc:sldMk cId="408774328" sldId="289"/>
            <ac:spMk id="22" creationId="{485A18AF-D153-184E-603E-6F8B232259D6}"/>
          </ac:spMkLst>
        </pc:spChg>
        <pc:spChg chg="mod">
          <ac:chgData name="Subin Kim" userId="7a391c569b417ca4" providerId="LiveId" clId="{DDC4B82C-4C57-4125-A5DA-3B4D02FEC319}" dt="2026-05-17T08:39:31.286" v="2212" actId="1076"/>
          <ac:spMkLst>
            <pc:docMk/>
            <pc:sldMk cId="408774328" sldId="289"/>
            <ac:spMk id="24" creationId="{4B15F99B-8B34-D061-BA3D-B5085F6F33F6}"/>
          </ac:spMkLst>
        </pc:spChg>
        <pc:spChg chg="mod">
          <ac:chgData name="Subin Kim" userId="7a391c569b417ca4" providerId="LiveId" clId="{DDC4B82C-4C57-4125-A5DA-3B4D02FEC319}" dt="2026-05-17T08:45:33.155" v="2230"/>
          <ac:spMkLst>
            <pc:docMk/>
            <pc:sldMk cId="408774328" sldId="289"/>
            <ac:spMk id="26" creationId="{03A201D7-905F-B7BD-ECBD-142447213E42}"/>
          </ac:spMkLst>
        </pc:spChg>
        <pc:spChg chg="ord">
          <ac:chgData name="Subin Kim" userId="7a391c569b417ca4" providerId="LiveId" clId="{DDC4B82C-4C57-4125-A5DA-3B4D02FEC319}" dt="2026-05-17T07:28:37.031" v="2159"/>
          <ac:spMkLst>
            <pc:docMk/>
            <pc:sldMk cId="408774328" sldId="289"/>
            <ac:spMk id="28" creationId="{DDA9320F-0B1D-2520-E785-633F2C9B5B36}"/>
          </ac:spMkLst>
        </pc:spChg>
        <pc:graphicFrameChg chg="add mod">
          <ac:chgData name="Subin Kim" userId="7a391c569b417ca4" providerId="LiveId" clId="{DDC4B82C-4C57-4125-A5DA-3B4D02FEC319}" dt="2026-05-17T08:39:31.286" v="2212" actId="1076"/>
          <ac:graphicFrameMkLst>
            <pc:docMk/>
            <pc:sldMk cId="408774328" sldId="289"/>
            <ac:graphicFrameMk id="23" creationId="{83F511B5-45C9-EC82-434E-C0E1FDE33556}"/>
          </ac:graphicFrameMkLst>
        </pc:graphicFrameChg>
        <pc:cxnChg chg="add del mod">
          <ac:chgData name="Subin Kim" userId="7a391c569b417ca4" providerId="LiveId" clId="{DDC4B82C-4C57-4125-A5DA-3B4D02FEC319}" dt="2026-05-17T08:38:59.183" v="2204" actId="478"/>
          <ac:cxnSpMkLst>
            <pc:docMk/>
            <pc:sldMk cId="408774328" sldId="289"/>
            <ac:cxnSpMk id="9" creationId="{3B162C05-617B-6D45-BD77-DD293FC2E47E}"/>
          </ac:cxnSpMkLst>
        </pc:cxnChg>
      </pc:sldChg>
      <pc:sldChg chg="addSp delSp modSp add mod modNotesTx">
        <pc:chgData name="Subin Kim" userId="7a391c569b417ca4" providerId="LiveId" clId="{DDC4B82C-4C57-4125-A5DA-3B4D02FEC319}" dt="2026-05-18T03:59:51.898" v="2333" actId="20577"/>
        <pc:sldMkLst>
          <pc:docMk/>
          <pc:sldMk cId="665130920" sldId="290"/>
        </pc:sldMkLst>
        <pc:spChg chg="add del mod">
          <ac:chgData name="Subin Kim" userId="7a391c569b417ca4" providerId="LiveId" clId="{DDC4B82C-4C57-4125-A5DA-3B4D02FEC319}" dt="2026-05-17T08:46:51.179" v="2247" actId="478"/>
          <ac:spMkLst>
            <pc:docMk/>
            <pc:sldMk cId="665130920" sldId="290"/>
            <ac:spMk id="2" creationId="{388FC666-94DB-A1A3-6768-99390772F698}"/>
          </ac:spMkLst>
        </pc:spChg>
        <pc:spChg chg="add mod">
          <ac:chgData name="Subin Kim" userId="7a391c569b417ca4" providerId="LiveId" clId="{DDC4B82C-4C57-4125-A5DA-3B4D02FEC319}" dt="2026-05-17T08:47:04.618" v="2252"/>
          <ac:spMkLst>
            <pc:docMk/>
            <pc:sldMk cId="665130920" sldId="290"/>
            <ac:spMk id="3" creationId="{36820397-1380-1F12-9206-1A05AF1AA622}"/>
          </ac:spMkLst>
        </pc:spChg>
        <pc:spChg chg="mod">
          <ac:chgData name="Subin Kim" userId="7a391c569b417ca4" providerId="LiveId" clId="{DDC4B82C-4C57-4125-A5DA-3B4D02FEC319}" dt="2026-05-17T08:45:44.793" v="2235"/>
          <ac:spMkLst>
            <pc:docMk/>
            <pc:sldMk cId="665130920" sldId="290"/>
            <ac:spMk id="21" creationId="{7B083FA4-ECD5-6389-A1D8-38F6AF2049FF}"/>
          </ac:spMkLst>
        </pc:spChg>
        <pc:spChg chg="del">
          <ac:chgData name="Subin Kim" userId="7a391c569b417ca4" providerId="LiveId" clId="{DDC4B82C-4C57-4125-A5DA-3B4D02FEC319}" dt="2026-05-17T08:46:52.995" v="2248" actId="478"/>
          <ac:spMkLst>
            <pc:docMk/>
            <pc:sldMk cId="665130920" sldId="290"/>
            <ac:spMk id="22" creationId="{92F2F14E-A1F7-51C3-DEF8-50CB518AD45E}"/>
          </ac:spMkLst>
        </pc:spChg>
        <pc:spChg chg="mod">
          <ac:chgData name="Subin Kim" userId="7a391c569b417ca4" providerId="LiveId" clId="{DDC4B82C-4C57-4125-A5DA-3B4D02FEC319}" dt="2026-05-17T08:46:04.809" v="2243" actId="1076"/>
          <ac:spMkLst>
            <pc:docMk/>
            <pc:sldMk cId="665130920" sldId="290"/>
            <ac:spMk id="26" creationId="{E176D04B-D8BC-9E6B-6213-E68A2DD795B5}"/>
          </ac:spMkLst>
        </pc:spChg>
        <pc:spChg chg="del">
          <ac:chgData name="Subin Kim" userId="7a391c569b417ca4" providerId="LiveId" clId="{DDC4B82C-4C57-4125-A5DA-3B4D02FEC319}" dt="2026-05-17T08:47:03.957" v="2251" actId="478"/>
          <ac:spMkLst>
            <pc:docMk/>
            <pc:sldMk cId="665130920" sldId="290"/>
            <ac:spMk id="31" creationId="{0EA34F8C-D537-3926-7C9F-0C3C55AAFF68}"/>
          </ac:spMkLst>
        </pc:spChg>
      </pc:sldChg>
      <pc:sldChg chg="add del ord">
        <pc:chgData name="Subin Kim" userId="7a391c569b417ca4" providerId="LiveId" clId="{DDC4B82C-4C57-4125-A5DA-3B4D02FEC319}" dt="2026-05-17T08:45:34.112" v="2233"/>
        <pc:sldMkLst>
          <pc:docMk/>
          <pc:sldMk cId="1925658328" sldId="290"/>
        </pc:sldMkLst>
      </pc:sldChg>
      <pc:sldChg chg="addSp delSp modSp add mod ord modNotesTx">
        <pc:chgData name="Subin Kim" userId="7a391c569b417ca4" providerId="LiveId" clId="{DDC4B82C-4C57-4125-A5DA-3B4D02FEC319}" dt="2026-05-18T04:00:14.300" v="2347" actId="20577"/>
        <pc:sldMkLst>
          <pc:docMk/>
          <pc:sldMk cId="3771712917" sldId="291"/>
        </pc:sldMkLst>
        <pc:spChg chg="add mod">
          <ac:chgData name="Subin Kim" userId="7a391c569b417ca4" providerId="LiveId" clId="{DDC4B82C-4C57-4125-A5DA-3B4D02FEC319}" dt="2026-05-17T08:47:29.426" v="2262" actId="20577"/>
          <ac:spMkLst>
            <pc:docMk/>
            <pc:sldMk cId="3771712917" sldId="291"/>
            <ac:spMk id="4" creationId="{06FFF1AC-7BC1-0047-14BD-EA1785442134}"/>
          </ac:spMkLst>
        </pc:spChg>
        <pc:spChg chg="add mod">
          <ac:chgData name="Subin Kim" userId="7a391c569b417ca4" providerId="LiveId" clId="{DDC4B82C-4C57-4125-A5DA-3B4D02FEC319}" dt="2026-05-17T08:47:21.898" v="2259" actId="1076"/>
          <ac:spMkLst>
            <pc:docMk/>
            <pc:sldMk cId="3771712917" sldId="291"/>
            <ac:spMk id="5" creationId="{865F6A4D-E5ED-A0B3-D74C-68C28FA5642D}"/>
          </ac:spMkLst>
        </pc:spChg>
        <pc:spChg chg="add mod">
          <ac:chgData name="Subin Kim" userId="7a391c569b417ca4" providerId="LiveId" clId="{DDC4B82C-4C57-4125-A5DA-3B4D02FEC319}" dt="2026-05-17T08:47:21.898" v="2259" actId="1076"/>
          <ac:spMkLst>
            <pc:docMk/>
            <pc:sldMk cId="3771712917" sldId="291"/>
            <ac:spMk id="7" creationId="{5F8E9E62-D67C-9430-2A33-6E08C0A4D26C}"/>
          </ac:spMkLst>
        </pc:spChg>
        <pc:spChg chg="add del">
          <ac:chgData name="Subin Kim" userId="7a391c569b417ca4" providerId="LiveId" clId="{DDC4B82C-4C57-4125-A5DA-3B4D02FEC319}" dt="2026-05-17T08:47:26.015" v="2261" actId="478"/>
          <ac:spMkLst>
            <pc:docMk/>
            <pc:sldMk cId="3771712917" sldId="291"/>
            <ac:spMk id="10" creationId="{8F21CF94-26E7-83A9-80CE-E58750CC5AAC}"/>
          </ac:spMkLst>
        </pc:spChg>
        <pc:spChg chg="add del">
          <ac:chgData name="Subin Kim" userId="7a391c569b417ca4" providerId="LiveId" clId="{DDC4B82C-4C57-4125-A5DA-3B4D02FEC319}" dt="2026-05-17T08:47:25.149" v="2260" actId="478"/>
          <ac:spMkLst>
            <pc:docMk/>
            <pc:sldMk cId="3771712917" sldId="291"/>
            <ac:spMk id="26" creationId="{F5BFE9AF-B8F0-8A5F-93AC-9E91C6CA5D18}"/>
          </ac:spMkLst>
        </pc:spChg>
        <pc:graphicFrameChg chg="add mod">
          <ac:chgData name="Subin Kim" userId="7a391c569b417ca4" providerId="LiveId" clId="{DDC4B82C-4C57-4125-A5DA-3B4D02FEC319}" dt="2026-05-17T08:47:21.898" v="2259" actId="1076"/>
          <ac:graphicFrameMkLst>
            <pc:docMk/>
            <pc:sldMk cId="3771712917" sldId="291"/>
            <ac:graphicFrameMk id="6" creationId="{1E6ADADF-BC14-EE8C-D8FF-A31EABE46A2C}"/>
          </ac:graphicFrameMkLst>
        </pc:graphicFrameChg>
      </pc:sldChg>
      <pc:sldChg chg="addSp delSp modSp add mod ord modNotesTx">
        <pc:chgData name="Subin Kim" userId="7a391c569b417ca4" providerId="LiveId" clId="{DDC4B82C-4C57-4125-A5DA-3B4D02FEC319}" dt="2026-05-18T04:00:19.537" v="2349" actId="20577"/>
        <pc:sldMkLst>
          <pc:docMk/>
          <pc:sldMk cId="1384884328" sldId="292"/>
        </pc:sldMkLst>
        <pc:spChg chg="add mod">
          <ac:chgData name="Subin Kim" userId="7a391c569b417ca4" providerId="LiveId" clId="{DDC4B82C-4C57-4125-A5DA-3B4D02FEC319}" dt="2026-05-17T08:47:41.796" v="2267" actId="1076"/>
          <ac:spMkLst>
            <pc:docMk/>
            <pc:sldMk cId="1384884328" sldId="292"/>
            <ac:spMk id="2" creationId="{37EC6CA1-CE53-D165-5FAE-BC41AE9F735E}"/>
          </ac:spMkLst>
        </pc:spChg>
        <pc:spChg chg="add mod">
          <ac:chgData name="Subin Kim" userId="7a391c569b417ca4" providerId="LiveId" clId="{DDC4B82C-4C57-4125-A5DA-3B4D02FEC319}" dt="2026-05-17T08:47:41.796" v="2267" actId="1076"/>
          <ac:spMkLst>
            <pc:docMk/>
            <pc:sldMk cId="1384884328" sldId="292"/>
            <ac:spMk id="3" creationId="{5B21FBBA-9AA1-E2E7-A2AD-B757299ED2BD}"/>
          </ac:spMkLst>
        </pc:spChg>
        <pc:spChg chg="add mod">
          <ac:chgData name="Subin Kim" userId="7a391c569b417ca4" providerId="LiveId" clId="{DDC4B82C-4C57-4125-A5DA-3B4D02FEC319}" dt="2026-05-17T08:47:41.796" v="2267" actId="1076"/>
          <ac:spMkLst>
            <pc:docMk/>
            <pc:sldMk cId="1384884328" sldId="292"/>
            <ac:spMk id="4" creationId="{176EAD01-7C1B-B155-88A5-02D48486E429}"/>
          </ac:spMkLst>
        </pc:spChg>
        <pc:spChg chg="del">
          <ac:chgData name="Subin Kim" userId="7a391c569b417ca4" providerId="LiveId" clId="{DDC4B82C-4C57-4125-A5DA-3B4D02FEC319}" dt="2026-05-17T08:47:43.731" v="2268" actId="478"/>
          <ac:spMkLst>
            <pc:docMk/>
            <pc:sldMk cId="1384884328" sldId="292"/>
            <ac:spMk id="10" creationId="{94966711-9704-76CC-28C5-6789EB9F1DF9}"/>
          </ac:spMkLst>
        </pc:spChg>
        <pc:spChg chg="del">
          <ac:chgData name="Subin Kim" userId="7a391c569b417ca4" providerId="LiveId" clId="{DDC4B82C-4C57-4125-A5DA-3B4D02FEC319}" dt="2026-05-17T08:47:45.090" v="2269" actId="478"/>
          <ac:spMkLst>
            <pc:docMk/>
            <pc:sldMk cId="1384884328" sldId="292"/>
            <ac:spMk id="26" creationId="{B6D21FDA-8DE4-C2B8-FB02-33FDEA7279EB}"/>
          </ac:spMkLst>
        </pc:spChg>
        <pc:graphicFrameChg chg="add mod">
          <ac:chgData name="Subin Kim" userId="7a391c569b417ca4" providerId="LiveId" clId="{DDC4B82C-4C57-4125-A5DA-3B4D02FEC319}" dt="2026-05-17T08:47:41.796" v="2267" actId="1076"/>
          <ac:graphicFrameMkLst>
            <pc:docMk/>
            <pc:sldMk cId="1384884328" sldId="292"/>
            <ac:graphicFrameMk id="5" creationId="{0A622293-E288-6F04-7B3A-BE36F2FB8516}"/>
          </ac:graphicFrameMkLst>
        </pc:graphicFrameChg>
      </pc:sldChg>
      <pc:sldChg chg="addSp delSp modSp add del mod">
        <pc:chgData name="Subin Kim" userId="7a391c569b417ca4" providerId="LiveId" clId="{DDC4B82C-4C57-4125-A5DA-3B4D02FEC319}" dt="2026-05-17T08:48:43.692" v="2275" actId="47"/>
        <pc:sldMkLst>
          <pc:docMk/>
          <pc:sldMk cId="3824841455" sldId="293"/>
        </pc:sldMkLst>
        <pc:spChg chg="add del mod">
          <ac:chgData name="Subin Kim" userId="7a391c569b417ca4" providerId="LiveId" clId="{DDC4B82C-4C57-4125-A5DA-3B4D02FEC319}" dt="2026-05-17T08:48:40.860" v="2274" actId="478"/>
          <ac:spMkLst>
            <pc:docMk/>
            <pc:sldMk cId="3824841455" sldId="293"/>
            <ac:spMk id="2" creationId="{30622C8C-6885-5AE6-1E25-925DA72F4C85}"/>
          </ac:spMkLst>
        </pc:spChg>
        <pc:spChg chg="add del mod">
          <ac:chgData name="Subin Kim" userId="7a391c569b417ca4" providerId="LiveId" clId="{DDC4B82C-4C57-4125-A5DA-3B4D02FEC319}" dt="2026-05-17T08:48:40.860" v="2274" actId="478"/>
          <ac:spMkLst>
            <pc:docMk/>
            <pc:sldMk cId="3824841455" sldId="293"/>
            <ac:spMk id="3" creationId="{1F619319-42A9-CF82-3F93-68F2C3D54884}"/>
          </ac:spMkLst>
        </pc:spChg>
        <pc:spChg chg="add del mod">
          <ac:chgData name="Subin Kim" userId="7a391c569b417ca4" providerId="LiveId" clId="{DDC4B82C-4C57-4125-A5DA-3B4D02FEC319}" dt="2026-05-17T08:48:40.860" v="2274" actId="478"/>
          <ac:spMkLst>
            <pc:docMk/>
            <pc:sldMk cId="3824841455" sldId="293"/>
            <ac:spMk id="5" creationId="{BBB99AC1-062A-E2D5-C3AF-11C43DE7BE29}"/>
          </ac:spMkLst>
        </pc:spChg>
        <pc:spChg chg="del">
          <ac:chgData name="Subin Kim" userId="7a391c569b417ca4" providerId="LiveId" clId="{DDC4B82C-4C57-4125-A5DA-3B4D02FEC319}" dt="2026-05-17T08:48:31.850" v="2271" actId="478"/>
          <ac:spMkLst>
            <pc:docMk/>
            <pc:sldMk cId="3824841455" sldId="293"/>
            <ac:spMk id="8" creationId="{492A4376-692D-7579-4C31-0A10E3C0FCA5}"/>
          </ac:spMkLst>
        </pc:spChg>
        <pc:spChg chg="del">
          <ac:chgData name="Subin Kim" userId="7a391c569b417ca4" providerId="LiveId" clId="{DDC4B82C-4C57-4125-A5DA-3B4D02FEC319}" dt="2026-05-17T08:48:31.850" v="2271" actId="478"/>
          <ac:spMkLst>
            <pc:docMk/>
            <pc:sldMk cId="3824841455" sldId="293"/>
            <ac:spMk id="9" creationId="{0A8DC7CE-FEAF-FC3B-B4FF-ABA179BF213F}"/>
          </ac:spMkLst>
        </pc:spChg>
        <pc:spChg chg="del">
          <ac:chgData name="Subin Kim" userId="7a391c569b417ca4" providerId="LiveId" clId="{DDC4B82C-4C57-4125-A5DA-3B4D02FEC319}" dt="2026-05-17T08:48:31.850" v="2271" actId="478"/>
          <ac:spMkLst>
            <pc:docMk/>
            <pc:sldMk cId="3824841455" sldId="293"/>
            <ac:spMk id="10" creationId="{ACB90AEC-155B-A6A4-75CF-7AEF66473328}"/>
          </ac:spMkLst>
        </pc:spChg>
        <pc:graphicFrameChg chg="add del mod">
          <ac:chgData name="Subin Kim" userId="7a391c569b417ca4" providerId="LiveId" clId="{DDC4B82C-4C57-4125-A5DA-3B4D02FEC319}" dt="2026-05-17T08:48:40.860" v="2274" actId="478"/>
          <ac:graphicFrameMkLst>
            <pc:docMk/>
            <pc:sldMk cId="3824841455" sldId="293"/>
            <ac:graphicFrameMk id="4" creationId="{256C40F7-6444-2E05-0E79-2850717A832F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5060C5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00-497C-AF5B-8A910BA963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4945135"/>
        <c:axId val="894942255"/>
      </c:barChart>
      <c:catAx>
        <c:axId val="8949451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94942255"/>
        <c:crosses val="autoZero"/>
        <c:auto val="1"/>
        <c:lblAlgn val="ctr"/>
        <c:lblOffset val="100"/>
        <c:noMultiLvlLbl val="0"/>
      </c:catAx>
      <c:valAx>
        <c:axId val="8949422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94945135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5060C5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00-497C-AF5B-8A910BA963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4945135"/>
        <c:axId val="894942255"/>
      </c:barChart>
      <c:catAx>
        <c:axId val="8949451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94942255"/>
        <c:crosses val="autoZero"/>
        <c:auto val="1"/>
        <c:lblAlgn val="ctr"/>
        <c:lblOffset val="100"/>
        <c:noMultiLvlLbl val="0"/>
      </c:catAx>
      <c:valAx>
        <c:axId val="8949422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94945135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5060C5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00-497C-AF5B-8A910BA963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4945135"/>
        <c:axId val="894942255"/>
      </c:barChart>
      <c:catAx>
        <c:axId val="8949451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94942255"/>
        <c:crosses val="autoZero"/>
        <c:auto val="1"/>
        <c:lblAlgn val="ctr"/>
        <c:lblOffset val="100"/>
        <c:noMultiLvlLbl val="0"/>
      </c:catAx>
      <c:valAx>
        <c:axId val="8949422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94945135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5060C5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0B-487E-8A28-5FBF6AF861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4945135"/>
        <c:axId val="894942255"/>
      </c:barChart>
      <c:catAx>
        <c:axId val="8949451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94942255"/>
        <c:crosses val="autoZero"/>
        <c:auto val="1"/>
        <c:lblAlgn val="ctr"/>
        <c:lblOffset val="100"/>
        <c:noMultiLvlLbl val="0"/>
      </c:catAx>
      <c:valAx>
        <c:axId val="8949422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94945135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5060C5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00-497C-AF5B-8A910BA963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4945135"/>
        <c:axId val="894942255"/>
      </c:barChart>
      <c:catAx>
        <c:axId val="8949451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94942255"/>
        <c:crosses val="autoZero"/>
        <c:auto val="1"/>
        <c:lblAlgn val="ctr"/>
        <c:lblOffset val="100"/>
        <c:noMultiLvlLbl val="0"/>
      </c:catAx>
      <c:valAx>
        <c:axId val="8949422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94945135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5060C5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항목 1</c:v>
                </c:pt>
                <c:pt idx="1">
                  <c:v>항목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7D-41E9-86C5-C472D787FE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4945135"/>
        <c:axId val="894942255"/>
      </c:barChart>
      <c:catAx>
        <c:axId val="8949451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94942255"/>
        <c:crosses val="autoZero"/>
        <c:auto val="1"/>
        <c:lblAlgn val="ctr"/>
        <c:lblOffset val="100"/>
        <c:noMultiLvlLbl val="0"/>
      </c:catAx>
      <c:valAx>
        <c:axId val="8949422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94945135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A620B-97A7-493A-8CB4-DE80AE8B65EE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07091-7781-4F44-9C2B-97582ECA39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996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AB143-93F8-CE27-4038-4DC689704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BCFC9B-4179-A797-59F8-977E7C35F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00A65-F0D8-826C-5C4A-7A0922A41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Cover_1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F2D2DA-9D44-31D2-B5C2-104C168314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72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658AC-C2CC-A5A8-6DCE-9732F021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9AF873-32CE-7E5D-F03E-E497B7BA2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9230B7-4BF7-4E5D-4268-2742E2771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Cover_1 </a:t>
            </a:r>
            <a:r>
              <a:rPr lang="ko-KR" altLang="en-US" dirty="0"/>
              <a:t>사용 예시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89B0FE-9415-F8F6-0224-DC9611A5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456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E763A-5980-4D66-C74C-350F98BB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19CD59-3261-4D61-53AA-271ABEB81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8D0642-3A9B-DCD5-3F97-6E516F727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Cover_2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C9AF7B-1D2B-1224-1353-12AF50493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701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C44B8-13F6-8220-F215-E59160F98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E795F1-8DAB-2436-9413-F08C81518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438056-D6FC-773D-3A63-C09110A90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Cover_2 </a:t>
            </a:r>
            <a:r>
              <a:rPr lang="ko-KR" altLang="en-US" dirty="0"/>
              <a:t>사용 예시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BAFD09-64DC-3CA0-4EF8-F5103C1C6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482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CF06-464D-613F-03D1-69A2E54BA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AEB8AC-1482-8A3F-E327-74B74408B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736697-A2DC-20AC-FC69-C4F783658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Achievements_1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CAF6F3-BFFF-3927-7783-EB0A1F6D4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055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811BC-7FEE-2D09-D464-7EB4B3E09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015CDD-D8CC-1A09-9452-51EB07E6F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3980C9-8ADF-1365-8CFD-A48218AD3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Achievements_1 </a:t>
            </a:r>
            <a:r>
              <a:rPr lang="ko-KR" altLang="en-US" dirty="0"/>
              <a:t>사용</a:t>
            </a:r>
            <a:r>
              <a:rPr lang="en-US" altLang="ko-KR" dirty="0"/>
              <a:t> </a:t>
            </a:r>
            <a:r>
              <a:rPr lang="ko-KR" altLang="en-US" dirty="0"/>
              <a:t>예시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73FE04-F7F5-3E37-E406-3A5197C06D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990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8B7E-7343-3F06-9D89-E1D69FC3D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7A33D6-54DD-B9C4-E55D-EF2307F8C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BB4315-D4C3-E7F9-4877-393E79F99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Achievements_2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A92E4C-CE5E-6E93-6746-CBB09A386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70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95937-85E0-C441-4B8C-08471AE6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2DAC7F-D2B4-25C5-DCEB-A177CC214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03869F-1AC7-6FE2-EFC4-2ECF232FF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Achievements_2 </a:t>
            </a:r>
            <a:r>
              <a:rPr lang="ko-KR" altLang="en-US" dirty="0"/>
              <a:t>사용 예시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858233-8714-FFB4-3EF3-EAAC42814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68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DCF3A-0095-DFB6-680C-4B607860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776620-1592-7836-A70C-0AC2456DF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CB3274-0A35-73B5-B834-27BB262AC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Achievements_3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153C0A-8ABE-267D-989A-CFF6321E5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760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124B-2313-8A7E-7C03-104E3C94E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8D203E-E962-5881-BFF0-EC0D2D71B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FDFE9D-258F-DCE7-3E18-D8B38940F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Achievements_3 </a:t>
            </a:r>
            <a:r>
              <a:rPr lang="ko-KR" altLang="en-US" dirty="0"/>
              <a:t>사용 예시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17BC19-3C15-A0A1-86A3-B42594103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947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DA330-762A-A71E-80D2-14243FD54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9F0C98-BA65-0620-D663-F79F601F9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9B8FB-0F9B-4DEC-787B-448BEFEA3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Achievements_4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3775D9-F63D-8123-C76A-AC625620C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858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42A75-C891-54F7-3D9A-CC4EAAFA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F4248B-0AAE-4220-BB22-4AFB9A498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336406-B7CB-EEBC-E0E1-B0664A4A8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Achievements_4 </a:t>
            </a:r>
            <a:r>
              <a:rPr lang="ko-KR" altLang="en-US" dirty="0"/>
              <a:t>사용 예시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82EACF-9CB9-75D4-C99A-2DFA4DC76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002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ED40D-D724-C31A-1D13-B150F31DC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CECC0C-3F52-8FAE-4997-60212E525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B11CE8-87E9-AD87-36E3-C11067295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Achievements_5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C8C80D-6C97-16BF-595F-D00BEF90B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084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8D39F-CD8A-4815-8501-FA031F3D0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F72972-17C2-1386-0560-BD8FC4187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EE6594-0114-9EB4-9E25-9BC323CED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Achievements_5 </a:t>
            </a:r>
            <a:r>
              <a:rPr lang="ko-KR" altLang="en-US" dirty="0"/>
              <a:t>사용 예시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6FD5F2-2B1E-3184-1E02-60F889B73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650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78E77-732A-310F-5E78-1EB4189E9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92912F-32E9-35D3-4244-6EFBB63DA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6DE5FA-1955-2338-AE52-3BC6FD4BC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Achievements_6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89986-1473-CFA5-56B3-D69DA6B06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7268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FD3-8139-21CE-8169-D637E5DA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6FC87F-8EC2-EBA8-7993-EFF67BD5E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362AD9-C509-0A2D-34A8-63AC64175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Achievements_6 </a:t>
            </a:r>
            <a:r>
              <a:rPr lang="ko-KR" altLang="en-US" dirty="0"/>
              <a:t>사용 예시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CCC21F-CE89-3B87-5047-4CA83ECA8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904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5AA04-67F9-B60B-1D2A-436964AEB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A905F4-00CF-DFDD-F82D-7D7CC5FF3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797C7F-FE82-430E-369D-FF2B1F198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Responsibilities</a:t>
            </a:r>
            <a:r>
              <a:rPr lang="en-US" altLang="ko-KR" dirty="0"/>
              <a:t>_1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4DA464-CC5C-2998-900F-A143A14F4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3524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0B2DD-89A0-4E70-5371-073D9E87B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6C2439-C4CB-F74F-349B-E06981EC6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CBC7EB-1874-9C2F-8879-0F8DCFAC5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Responsibilities</a:t>
            </a:r>
            <a:r>
              <a:rPr lang="en-US" altLang="ko-KR" dirty="0"/>
              <a:t>_1 </a:t>
            </a:r>
            <a:r>
              <a:rPr lang="ko-KR" altLang="en-US" dirty="0"/>
              <a:t>사용 예시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529D67-1EC3-5AAD-795E-EF5B7DB9A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37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8C715-BBDC-2404-43B4-F1E5D86D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4AD999-5BCC-66C6-328F-9708F7C1B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4047D0-473D-A92E-20EE-8F486BF0F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Responsibilities</a:t>
            </a:r>
            <a:r>
              <a:rPr lang="en-US" altLang="ko-KR" dirty="0"/>
              <a:t>_2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942424-AFDF-403D-C70B-8B87F7777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6264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50108-8DA9-8C5D-8F2F-81872C6EA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A30DBD-5E50-A969-5C19-BF709A199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82A48E-9368-0447-CBEF-4C04B12EB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Responsibilities</a:t>
            </a:r>
            <a:r>
              <a:rPr lang="en-US" altLang="ko-KR" dirty="0"/>
              <a:t>_2 </a:t>
            </a:r>
            <a:r>
              <a:rPr lang="ko-KR" altLang="en-US" dirty="0"/>
              <a:t>사용 예시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356EE9-E79F-6F4A-2036-DE4488A65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3603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88062-71CD-2C9F-BAE6-4139796FB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66B0AB-E82A-CDED-170E-2AB0CCF47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2F3873-1E71-372D-18EA-025C706D3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Responsibilities</a:t>
            </a:r>
            <a:r>
              <a:rPr lang="en-US" altLang="ko-KR" dirty="0"/>
              <a:t>_3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38D928-0D74-139D-A521-26CF32916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9737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D0BFA-CD46-8457-046F-2E6C5FFF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689219-1670-EE26-1673-F210B0383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64F965-DAAA-A80D-9D78-3ED419165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Responsibilities</a:t>
            </a:r>
            <a:r>
              <a:rPr lang="en-US" altLang="ko-KR" dirty="0"/>
              <a:t>_3 </a:t>
            </a:r>
            <a:r>
              <a:rPr lang="ko-KR" altLang="en-US" dirty="0"/>
              <a:t>사용 예시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3182F9-EF49-3EE3-BE35-BD37A4C0DE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4705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9ED13-7288-66FA-703D-8B8026F63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46BC85-FA14-657F-8B6E-BBA47D6D9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D35764-8657-6E9F-36CF-5C64A3F24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Problem_solving_1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23D4D4-A035-3499-8E07-365FA3E3C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2857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ADFF6-0EFD-D7D2-C8F1-6E27B3EA3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1F1D74-FA54-710E-A4C7-CFB6D3897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5A4B68-BC00-8B3C-BA39-F7387B235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Problem_solving_1 </a:t>
            </a:r>
            <a:r>
              <a:rPr lang="ko-KR" altLang="en-US" dirty="0"/>
              <a:t>사용 예시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90A501-1718-CCB4-9E4F-D6F664EB8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4726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7AF9-E664-6A90-DD09-5482078BB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8F49AA-99AF-5C78-4E11-FE3E5A5B3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B83F0C-AEA2-C971-782D-9834E299F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Learnings_1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6A3E19-83E9-D3A0-6781-246F90739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0698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9AE7D-486B-40D7-986F-0D5DC63C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E26BE0-2B80-628F-7BC9-10F5B88E2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8D1467-9985-5701-14B4-856BA19DB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Learnings_1 </a:t>
            </a:r>
            <a:r>
              <a:rPr lang="ko-KR" altLang="en-US" dirty="0"/>
              <a:t>사용 예시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1AA05E-B366-69B1-6797-BBC68438C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708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52930-0144-F573-CDD3-09662AB6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6F2744-DFFE-8D3C-4A4F-DFD54FED3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CA2A0F-FE87-5A0D-5EB9-59CDC7BE2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Learnings_2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A22CC0-3230-D492-676D-7AC8845B1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7807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8A2A6-372E-8E47-9C82-92E62D2CD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1C4D1B-0482-ADAB-65FF-281ECD151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90C382-AAB1-9170-7470-F9FF5AE0B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Learnings_2 </a:t>
            </a:r>
            <a:r>
              <a:rPr lang="ko-KR" altLang="en-US" dirty="0"/>
              <a:t>사용 예시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DA76F2-42DA-CD7A-BFF3-A8BA2E788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3740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279F8-AB18-937A-6AFD-B3029AF71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6B51B9-BA00-4769-317F-C93856A23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D98BAF-51D6-1160-846C-EBDD90DF4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Learnings_3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E8BA06-0C0A-A4AE-8E1A-0D3E0F28B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2532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772F7-02B5-805D-B7F9-D2D5BD6B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885D4C-5B59-E01F-10EA-CA297C631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806F60-AC7E-8A6C-2204-0EA987CE3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Learnings_3 </a:t>
            </a:r>
            <a:r>
              <a:rPr lang="ko-KR" altLang="en-US" dirty="0"/>
              <a:t>사용 예시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B064EB-949D-0D2C-A7EF-E1EEFE721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7437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085B3-C6AA-ED55-C6F9-17E1981B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71B673-9832-9EB6-169B-D81914B11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9332A7-E608-C0E2-74E1-ACE29399A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Learnings_4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58E1D9-23DB-6E1E-E753-7309491A4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1064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4A2B9-7C0A-C855-4464-FFF0DD794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BA2B1D-ADC6-6554-7234-08EEED964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1B4FEC-A768-0F20-30C3-3CC15F1DE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Learnings_4 </a:t>
            </a:r>
            <a:r>
              <a:rPr lang="ko-KR" altLang="en-US" dirty="0"/>
              <a:t>사용 예시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2DF095-EBA8-29EE-4332-A8B84BF02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07091-7781-4F44-9C2B-97582ECA393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364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21C7A2-A003-9C5B-4803-8491C57DC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92702C-D373-0961-83E7-35467BA41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88CD65-0A01-DA49-F856-CE6B87C26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C194-8CA1-4D82-8728-01CAFD7B63A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DBBB3F-5516-4D52-31FB-AFD8C7C4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B08867-8EE5-8976-A6C8-C55F17F2C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DA34E-F226-41E4-9E41-D25BEF3AF6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424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1E858-9BCA-CA33-FB39-9B739BA15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5665FC-A368-CC74-D774-50E68EE7E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1356A7-245B-A5EA-2B16-E9F070C89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C194-8CA1-4D82-8728-01CAFD7B63A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E6A104-3B62-6796-34A1-E49874AA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C282F1-DF72-99BC-22B7-253C43786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DA34E-F226-41E4-9E41-D25BEF3AF6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98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2AA11-1543-7F46-5FAC-0BC9F372C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2877BF-EA52-A3D9-0BA1-113873C2D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8D7F96-8321-1B05-0A9F-E738D779D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C194-8CA1-4D82-8728-01CAFD7B63A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579BDF-F83A-83FD-8838-29359AAC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A8DA66-7083-3F23-93F5-972B31BF1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DA34E-F226-41E4-9E41-D25BEF3AF6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41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9D872-2765-9A27-9BF7-2065117D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CDFC39-DA25-DC08-4D56-2E3DBEC8EC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0077C7-95C6-1467-0CAE-E70ED0C46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F54B85-CF17-7286-81A4-E7E1DE0EE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C194-8CA1-4D82-8728-01CAFD7B63A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9698F0-32A5-F03D-CCF5-E766377C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E575C5-F3CC-A611-ACCC-B3DDE068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DA34E-F226-41E4-9E41-D25BEF3AF6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05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A7000-FF48-870C-A60C-05235A557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3F2795-D5C3-3700-870B-683EE7970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7957FA-2A20-9B38-A69E-14BCEF61F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6BB2A4-2D54-D6E0-A3A9-70810BF13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5364EFB-7141-75BF-D65B-DCFB452E3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DD9F283-9B26-DBC2-1994-16F151B89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C194-8CA1-4D82-8728-01CAFD7B63A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261546A-D7BF-681A-9117-A013FA65C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5B7A1E-ED66-3178-4B8B-E9F4A8C3D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DA34E-F226-41E4-9E41-D25BEF3AF6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3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6628F-A412-FA94-ECC2-6B5275986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451CAF-DEE5-C697-62FA-37DBFB5B8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C194-8CA1-4D82-8728-01CAFD7B63A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D0E514-D70F-84CD-287F-1977743D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BEDCBC-B2E7-9578-EBBA-B710CDA3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DA34E-F226-41E4-9E41-D25BEF3AF6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888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876008-801E-A358-1B34-BD1EBAE1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C194-8CA1-4D82-8728-01CAFD7B63A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2B4FB29-98BB-147B-84CE-CE521A81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4F683E-88C1-F441-DD7D-E3FF1F7C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DA34E-F226-41E4-9E41-D25BEF3AF6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431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C5DC9-181B-E8BE-7496-263077542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43196C-A530-0D3A-676F-43C3C8A4A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AB9D52-EA37-7CD0-F754-1D2EDAB02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EB0E0F-9D37-8AEF-FFC8-5AA026D24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C194-8CA1-4D82-8728-01CAFD7B63A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765FC3-1D4E-417F-A011-2DBC03393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829821-3A78-1ADD-5EAD-F631562C1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DA34E-F226-41E4-9E41-D25BEF3AF6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473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FAE90-4805-4873-65B2-E4494398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4ECFB5-03E7-1DCC-7989-5EA66F3D37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A5D7DE-4045-DDE1-672C-A4A8BDE4D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377DB4-3A6A-3FD9-3910-3C5EF00BD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C194-8CA1-4D82-8728-01CAFD7B63A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B2E7F4-66CF-0385-01C8-F1D4776E4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E34DB2-C7B1-B90F-907F-708F0DDD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DA34E-F226-41E4-9E41-D25BEF3AF6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201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FE584-0CAD-E156-AF43-5D342E2B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050147-5EA2-7173-30E0-F74D2B4BC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F0291D-6B74-7CD5-E2EB-48D55C284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C194-8CA1-4D82-8728-01CAFD7B63A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7DA4D6-8F1D-8BCA-9C91-C65082404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3726E6-DB5E-2090-69A8-3F734DAA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DA34E-F226-41E4-9E41-D25BEF3AF6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031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473AFA2-A6DB-1B74-0E96-AA967B1C3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B2424E-59A5-6F61-B74C-BFEA1EDA6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E24EAB-7A03-31E1-B0B1-CCC8C9BA9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C194-8CA1-4D82-8728-01CAFD7B63A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B2F703-76BD-E3B8-E3F2-AC8F6F373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BB5E51-AC4D-A5E4-813A-EA9252CC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DA34E-F226-41E4-9E41-D25BEF3AF6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514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5739A4-DF92-7CD9-0E4B-0D119B36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340993-72BD-0C20-0CD4-05EB706DA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1B0B11-4663-E43D-29F6-5605513F14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6DC194-8CA1-4D82-8728-01CAFD7B63A9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F131B4-598F-948F-87E2-CC2B0B7B7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619EDC-A4C3-D3EA-B316-A76B8F6D9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1DA34E-F226-41E4-9E41-D25BEF3AF6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621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95DA8A-70B2-B18C-CC6B-BBB0050AA996}"/>
              </a:ext>
            </a:extLst>
          </p:cNvPr>
          <p:cNvSpPr txBox="1"/>
          <p:nvPr/>
        </p:nvSpPr>
        <p:spPr>
          <a:xfrm>
            <a:off x="552449" y="3717983"/>
            <a:ext cx="164782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컬러 스타일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99B425F-9169-295C-4389-C8E6F81F0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35163"/>
              </p:ext>
            </p:extLst>
          </p:nvPr>
        </p:nvGraphicFramePr>
        <p:xfrm>
          <a:off x="552450" y="4370974"/>
          <a:ext cx="8128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2180833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793125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237541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881436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08033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스타일 </a:t>
                      </a:r>
                      <a:r>
                        <a:rPr lang="en-US" altLang="ko-KR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</a:t>
                      </a:r>
                      <a:endParaRPr lang="ko-KR" altLang="en-US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스타일 </a:t>
                      </a:r>
                      <a:r>
                        <a:rPr lang="en-US" altLang="ko-KR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</a:t>
                      </a:r>
                      <a:endParaRPr lang="ko-KR" altLang="en-US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스타일 </a:t>
                      </a:r>
                      <a:r>
                        <a:rPr lang="en-US" altLang="ko-KR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3</a:t>
                      </a:r>
                      <a:endParaRPr lang="ko-KR" altLang="en-US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스타일 </a:t>
                      </a:r>
                      <a:r>
                        <a:rPr lang="en-US" altLang="ko-KR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4</a:t>
                      </a:r>
                      <a:endParaRPr lang="ko-KR" altLang="en-US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6000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Background</a:t>
                      </a:r>
                      <a:endParaRPr lang="ko-KR" altLang="en-US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#FFFFFF</a:t>
                      </a:r>
                      <a:endParaRPr lang="ko-KR" altLang="en-US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064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Main</a:t>
                      </a:r>
                      <a:endParaRPr lang="ko-KR" altLang="en-US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#5060C5</a:t>
                      </a:r>
                      <a:endParaRPr lang="ko-KR" altLang="en-US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085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Point</a:t>
                      </a:r>
                      <a:endParaRPr lang="ko-KR" altLang="en-US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#BEF200</a:t>
                      </a:r>
                      <a:endParaRPr lang="ko-KR" altLang="en-US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2747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386B620-B5DC-B1A6-FD64-3C0B6B966E1E}"/>
              </a:ext>
            </a:extLst>
          </p:cNvPr>
          <p:cNvSpPr txBox="1"/>
          <p:nvPr/>
        </p:nvSpPr>
        <p:spPr>
          <a:xfrm>
            <a:off x="2200275" y="3825705"/>
            <a:ext cx="363855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임시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스타일은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 확정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색 종류는 추가 예정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5BFCF0-7602-8DAC-491C-A9FD05063714}"/>
              </a:ext>
            </a:extLst>
          </p:cNvPr>
          <p:cNvSpPr txBox="1"/>
          <p:nvPr/>
        </p:nvSpPr>
        <p:spPr>
          <a:xfrm>
            <a:off x="552449" y="600075"/>
            <a:ext cx="805609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짝수 슬라이드는 유형</a:t>
            </a:r>
            <a:r>
              <a:rPr lang="en-US" altLang="ko-KR" sz="2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홀수 슬라이드는 앞의 유형을 사용한 예시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F5F83F-EF60-FD3D-30DE-E2D1476FF802}"/>
              </a:ext>
            </a:extLst>
          </p:cNvPr>
          <p:cNvSpPr txBox="1"/>
          <p:nvPr/>
        </p:nvSpPr>
        <p:spPr>
          <a:xfrm>
            <a:off x="552449" y="2323330"/>
            <a:ext cx="833437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붉은 색 </a:t>
            </a:r>
            <a:r>
              <a:rPr lang="en-US" altLang="ko-KR" sz="2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(#FF0000)</a:t>
            </a:r>
            <a:r>
              <a:rPr lang="ko-KR" altLang="en-US" sz="2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은 텍스트형 포트폴리오의 내용으로 </a:t>
            </a:r>
            <a:r>
              <a:rPr lang="ko-KR" altLang="en-US" sz="2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바꿔넣고</a:t>
            </a:r>
            <a:r>
              <a:rPr lang="en-US" altLang="ko-KR" sz="2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</a:p>
          <a:p>
            <a:r>
              <a:rPr lang="ko-KR" altLang="en-US" sz="2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검은 색 </a:t>
            </a:r>
            <a:r>
              <a:rPr lang="en-US" altLang="ko-KR" sz="2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(#000000)</a:t>
            </a:r>
            <a:r>
              <a:rPr lang="ko-KR" altLang="en-US" sz="2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은 양식의 텍스트 그대로 출력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07D037-C340-936E-AB9C-9D44E52A02BB}"/>
              </a:ext>
            </a:extLst>
          </p:cNvPr>
          <p:cNvSpPr txBox="1"/>
          <p:nvPr/>
        </p:nvSpPr>
        <p:spPr>
          <a:xfrm>
            <a:off x="552449" y="1096581"/>
            <a:ext cx="599122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슬라이드 노트에 유형 코드 명시됨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011A99-7209-7D7F-0F36-8BF8772D67BC}"/>
              </a:ext>
            </a:extLst>
          </p:cNvPr>
          <p:cNvSpPr txBox="1"/>
          <p:nvPr/>
        </p:nvSpPr>
        <p:spPr>
          <a:xfrm>
            <a:off x="552449" y="1419746"/>
            <a:ext cx="599122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e.g. 2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번 슬라이드는 유형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3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번 슬라이드는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번 슬라이드를 실제로 사용한 예시</a:t>
            </a:r>
          </a:p>
        </p:txBody>
      </p:sp>
    </p:spTree>
    <p:extLst>
      <p:ext uri="{BB962C8B-B14F-4D97-AF65-F5344CB8AC3E}">
        <p14:creationId xmlns:p14="http://schemas.microsoft.com/office/powerpoint/2010/main" val="2491716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C6038-C38B-ADF9-91E2-549C57692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6ED09C-5E67-4D65-1D7D-369FB8337FAE}"/>
              </a:ext>
            </a:extLst>
          </p:cNvPr>
          <p:cNvSpPr/>
          <p:nvPr/>
        </p:nvSpPr>
        <p:spPr>
          <a:xfrm>
            <a:off x="819150" y="647699"/>
            <a:ext cx="190500" cy="3169921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CF109B-BEA6-440C-C0CF-36C5D138FE0A}"/>
              </a:ext>
            </a:extLst>
          </p:cNvPr>
          <p:cNvSpPr txBox="1"/>
          <p:nvPr/>
        </p:nvSpPr>
        <p:spPr>
          <a:xfrm>
            <a:off x="1276346" y="838200"/>
            <a:ext cx="435292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5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경험명</a:t>
            </a:r>
            <a:r>
              <a:rPr lang="ko-KR" altLang="en-US" sz="4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–</a:t>
            </a:r>
            <a:r>
              <a:rPr lang="ko-KR" altLang="en-US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4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본인 역할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C8ABEB-1DE9-861C-908F-B2BF221EAB5E}"/>
              </a:ext>
            </a:extLst>
          </p:cNvPr>
          <p:cNvSpPr txBox="1"/>
          <p:nvPr/>
        </p:nvSpPr>
        <p:spPr>
          <a:xfrm>
            <a:off x="1276348" y="2173220"/>
            <a:ext cx="25431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</a:t>
            </a:r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진행 기간</a:t>
            </a:r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프로젝트 진행 기간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736164-E2E1-3DEC-CF27-BEF0E155B849}"/>
              </a:ext>
            </a:extLst>
          </p:cNvPr>
          <p:cNvSpPr txBox="1"/>
          <p:nvPr/>
        </p:nvSpPr>
        <p:spPr>
          <a:xfrm>
            <a:off x="1276346" y="2659758"/>
            <a:ext cx="36671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</a:t>
            </a:r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프로젝트 배경 및 목적</a:t>
            </a:r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프로젝트 배경 및 목적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288684-ADBE-16BF-3F8E-EDB238AE126F}"/>
              </a:ext>
            </a:extLst>
          </p:cNvPr>
          <p:cNvSpPr txBox="1"/>
          <p:nvPr/>
        </p:nvSpPr>
        <p:spPr>
          <a:xfrm>
            <a:off x="1276346" y="3146296"/>
            <a:ext cx="22574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</a:t>
            </a:r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대상 및 타깃</a:t>
            </a:r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대상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및 타깃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BFAB7E6-37E5-A6EB-672C-766521547CE2}"/>
              </a:ext>
            </a:extLst>
          </p:cNvPr>
          <p:cNvSpPr/>
          <p:nvPr/>
        </p:nvSpPr>
        <p:spPr>
          <a:xfrm rot="5400000">
            <a:off x="1822436" y="4575163"/>
            <a:ext cx="441354" cy="2447925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201653-24A7-27D5-A9DA-A72487A19702}"/>
              </a:ext>
            </a:extLst>
          </p:cNvPr>
          <p:cNvSpPr txBox="1"/>
          <p:nvPr/>
        </p:nvSpPr>
        <p:spPr>
          <a:xfrm>
            <a:off x="1019968" y="5641980"/>
            <a:ext cx="20462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주요 기술</a:t>
            </a:r>
            <a:r>
              <a:rPr lang="en-US" altLang="ko-KR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방법론 및 툴 </a:t>
            </a:r>
            <a:r>
              <a:rPr lang="en-US" altLang="ko-KR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D4BE2-E200-C6DB-605C-C5355BAA311A}"/>
              </a:ext>
            </a:extLst>
          </p:cNvPr>
          <p:cNvSpPr txBox="1"/>
          <p:nvPr/>
        </p:nvSpPr>
        <p:spPr>
          <a:xfrm>
            <a:off x="776287" y="5137837"/>
            <a:ext cx="16811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주요 기술 및 방법론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DD6B9E7-5823-FC38-17B5-0A6A0617C9F7}"/>
              </a:ext>
            </a:extLst>
          </p:cNvPr>
          <p:cNvSpPr/>
          <p:nvPr/>
        </p:nvSpPr>
        <p:spPr>
          <a:xfrm rot="5400000">
            <a:off x="4536268" y="4575163"/>
            <a:ext cx="441354" cy="2447925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1A0323-9749-9C69-BF91-235AF3597E0E}"/>
              </a:ext>
            </a:extLst>
          </p:cNvPr>
          <p:cNvSpPr txBox="1"/>
          <p:nvPr/>
        </p:nvSpPr>
        <p:spPr>
          <a:xfrm>
            <a:off x="3709195" y="5641979"/>
            <a:ext cx="20955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주요 기술</a:t>
            </a:r>
            <a:r>
              <a:rPr lang="en-US" altLang="ko-KR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방법론 및 툴 </a:t>
            </a:r>
            <a:r>
              <a:rPr lang="en-US" altLang="ko-KR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EAA2C5D-A3F4-56A6-0C8B-E4DEEE3BD75F}"/>
              </a:ext>
            </a:extLst>
          </p:cNvPr>
          <p:cNvSpPr/>
          <p:nvPr/>
        </p:nvSpPr>
        <p:spPr>
          <a:xfrm rot="5400000">
            <a:off x="7306457" y="4575162"/>
            <a:ext cx="441354" cy="2447925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16EB08-B440-2B1C-3A1A-2D61CC524F3A}"/>
              </a:ext>
            </a:extLst>
          </p:cNvPr>
          <p:cNvSpPr txBox="1"/>
          <p:nvPr/>
        </p:nvSpPr>
        <p:spPr>
          <a:xfrm>
            <a:off x="6486528" y="5637541"/>
            <a:ext cx="208121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주요 기술</a:t>
            </a:r>
            <a:r>
              <a:rPr lang="en-US" altLang="ko-KR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방법론 및 툴 </a:t>
            </a:r>
            <a:r>
              <a:rPr lang="en-US" altLang="ko-KR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9378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BFD4-3590-A93A-157A-60170FA50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E0C69CE-4968-DC3C-7664-32605A3E4029}"/>
              </a:ext>
            </a:extLst>
          </p:cNvPr>
          <p:cNvSpPr/>
          <p:nvPr/>
        </p:nvSpPr>
        <p:spPr>
          <a:xfrm>
            <a:off x="819150" y="647699"/>
            <a:ext cx="190500" cy="3367089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F51B26-D56E-2928-3FD7-76DFF5BA4F4A}"/>
              </a:ext>
            </a:extLst>
          </p:cNvPr>
          <p:cNvSpPr txBox="1"/>
          <p:nvPr/>
        </p:nvSpPr>
        <p:spPr>
          <a:xfrm>
            <a:off x="1276346" y="838200"/>
            <a:ext cx="627143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Teamie</a:t>
            </a:r>
            <a:r>
              <a:rPr lang="ko-KR" altLang="en-US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–</a:t>
            </a:r>
            <a:r>
              <a:rPr lang="ko-KR" altLang="en-US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PM </a:t>
            </a:r>
            <a:r>
              <a:rPr lang="ko-KR" altLang="en-US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및 </a:t>
            </a:r>
            <a:r>
              <a:rPr lang="en-US" altLang="ko-KR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UX </a:t>
            </a:r>
            <a:r>
              <a:rPr lang="ko-KR" altLang="en-US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기획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46C28E-4CEB-D70F-F07C-F374D7F9259D}"/>
              </a:ext>
            </a:extLst>
          </p:cNvPr>
          <p:cNvSpPr txBox="1"/>
          <p:nvPr/>
        </p:nvSpPr>
        <p:spPr>
          <a:xfrm>
            <a:off x="1276347" y="2173220"/>
            <a:ext cx="33794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</a:t>
            </a:r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진행 기간</a:t>
            </a:r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2023.09 ~ 2023.12 (4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개월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0D1D2A-6408-2C0B-D959-10EF61345649}"/>
              </a:ext>
            </a:extLst>
          </p:cNvPr>
          <p:cNvSpPr txBox="1"/>
          <p:nvPr/>
        </p:nvSpPr>
        <p:spPr>
          <a:xfrm>
            <a:off x="1276345" y="2660816"/>
            <a:ext cx="10163179" cy="629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</a:t>
            </a:r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프로젝트 배경 및 목적</a:t>
            </a:r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교내 커뮤니티의 비효율적인 게시판형 거래 방식을 개선하고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전공 서적 거래의 편의성과 신뢰도를 높이기 위한 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전용 플랫폼 기획 및 앱 리뉴얼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9CFE8C-8CA8-FA0E-0BDC-CA95B1F676FF}"/>
              </a:ext>
            </a:extLst>
          </p:cNvPr>
          <p:cNvSpPr txBox="1"/>
          <p:nvPr/>
        </p:nvSpPr>
        <p:spPr>
          <a:xfrm>
            <a:off x="1276346" y="3454778"/>
            <a:ext cx="87439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</a:t>
            </a:r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대상 및 타깃</a:t>
            </a:r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비싼 전공 서적 가격에 부담을 느끼며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교내 직거래를 통해 </a:t>
            </a: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택배비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절약과 빠른 거래를 원하는 대학생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7F55319-C165-FE35-86FC-CC6F06B3CE31}"/>
              </a:ext>
            </a:extLst>
          </p:cNvPr>
          <p:cNvSpPr/>
          <p:nvPr/>
        </p:nvSpPr>
        <p:spPr>
          <a:xfrm rot="5400000">
            <a:off x="1160449" y="5237150"/>
            <a:ext cx="441351" cy="1123950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8A526-FB84-8E04-C4A2-82460684840D}"/>
              </a:ext>
            </a:extLst>
          </p:cNvPr>
          <p:cNvSpPr txBox="1"/>
          <p:nvPr/>
        </p:nvSpPr>
        <p:spPr>
          <a:xfrm>
            <a:off x="1037827" y="5637540"/>
            <a:ext cx="7478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Figma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3C8FF6-AE84-2DF4-5495-498CBB29ED63}"/>
              </a:ext>
            </a:extLst>
          </p:cNvPr>
          <p:cNvSpPr txBox="1"/>
          <p:nvPr/>
        </p:nvSpPr>
        <p:spPr>
          <a:xfrm>
            <a:off x="776287" y="5137837"/>
            <a:ext cx="16811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주요 기술 및 방법론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11E54E-6691-6D3F-186E-7FD4BB154EDB}"/>
              </a:ext>
            </a:extLst>
          </p:cNvPr>
          <p:cNvSpPr txBox="1"/>
          <p:nvPr/>
        </p:nvSpPr>
        <p:spPr>
          <a:xfrm>
            <a:off x="2423161" y="5625431"/>
            <a:ext cx="8305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Notion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7A5ED69-D083-A336-5FEB-1B9DDAEC32F3}"/>
              </a:ext>
            </a:extLst>
          </p:cNvPr>
          <p:cNvSpPr/>
          <p:nvPr/>
        </p:nvSpPr>
        <p:spPr>
          <a:xfrm rot="5400000">
            <a:off x="2588244" y="5239365"/>
            <a:ext cx="436916" cy="1123951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B5DB7C-A624-F47D-8F7B-ED4B7493B8A6}"/>
              </a:ext>
            </a:extLst>
          </p:cNvPr>
          <p:cNvSpPr txBox="1"/>
          <p:nvPr/>
        </p:nvSpPr>
        <p:spPr>
          <a:xfrm>
            <a:off x="3811788" y="5637540"/>
            <a:ext cx="67119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Slack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EF664C1-F92C-563A-2E30-8550BAD20710}"/>
              </a:ext>
            </a:extLst>
          </p:cNvPr>
          <p:cNvSpPr/>
          <p:nvPr/>
        </p:nvSpPr>
        <p:spPr>
          <a:xfrm rot="5400000">
            <a:off x="3928638" y="5320112"/>
            <a:ext cx="436918" cy="953587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849635-BF34-EED7-C980-5DC033774FAA}"/>
              </a:ext>
            </a:extLst>
          </p:cNvPr>
          <p:cNvSpPr txBox="1"/>
          <p:nvPr/>
        </p:nvSpPr>
        <p:spPr>
          <a:xfrm>
            <a:off x="5095881" y="5637540"/>
            <a:ext cx="16626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Google Analytics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9619A0A-F38C-4B47-0C1C-FBDDE8F464C1}"/>
              </a:ext>
            </a:extLst>
          </p:cNvPr>
          <p:cNvSpPr/>
          <p:nvPr/>
        </p:nvSpPr>
        <p:spPr>
          <a:xfrm rot="5400000">
            <a:off x="5708727" y="4801546"/>
            <a:ext cx="436918" cy="1990722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FFD853-94B6-78E5-99A8-3E2E4CECB05F}"/>
              </a:ext>
            </a:extLst>
          </p:cNvPr>
          <p:cNvSpPr txBox="1"/>
          <p:nvPr/>
        </p:nvSpPr>
        <p:spPr>
          <a:xfrm>
            <a:off x="7408915" y="5637540"/>
            <a:ext cx="1378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IDI(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심층 인터뷰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4487DF7-3F6C-5A11-FA12-8DF9B791465C}"/>
              </a:ext>
            </a:extLst>
          </p:cNvPr>
          <p:cNvSpPr/>
          <p:nvPr/>
        </p:nvSpPr>
        <p:spPr>
          <a:xfrm rot="5400000">
            <a:off x="7883134" y="4925287"/>
            <a:ext cx="436919" cy="1742226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D45EE6-8E33-6954-07A0-2691C69D1955}"/>
              </a:ext>
            </a:extLst>
          </p:cNvPr>
          <p:cNvSpPr txBox="1"/>
          <p:nvPr/>
        </p:nvSpPr>
        <p:spPr>
          <a:xfrm>
            <a:off x="9426790" y="5642716"/>
            <a:ext cx="13974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Usability Test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8BCD285-971F-783B-AE15-709A87BCF1D2}"/>
              </a:ext>
            </a:extLst>
          </p:cNvPr>
          <p:cNvSpPr/>
          <p:nvPr/>
        </p:nvSpPr>
        <p:spPr>
          <a:xfrm rot="5400000">
            <a:off x="9904852" y="4959410"/>
            <a:ext cx="441353" cy="1689778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2226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3BB3C-EBD1-ED82-4685-80082873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A0065AE-741E-D020-7822-629C33D5EB7A}"/>
              </a:ext>
            </a:extLst>
          </p:cNvPr>
          <p:cNvSpPr/>
          <p:nvPr/>
        </p:nvSpPr>
        <p:spPr>
          <a:xfrm>
            <a:off x="819150" y="1994137"/>
            <a:ext cx="190500" cy="2047876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D91A22-636A-6434-4523-2BFBF8071C0E}"/>
              </a:ext>
            </a:extLst>
          </p:cNvPr>
          <p:cNvSpPr txBox="1"/>
          <p:nvPr/>
        </p:nvSpPr>
        <p:spPr>
          <a:xfrm>
            <a:off x="1276346" y="2184637"/>
            <a:ext cx="435292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5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경험명</a:t>
            </a:r>
            <a:r>
              <a:rPr lang="ko-KR" altLang="en-US" sz="4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–</a:t>
            </a:r>
            <a:r>
              <a:rPr lang="ko-KR" altLang="en-US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4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본인 역할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67EF5-74EE-25B3-678B-48D616B40E82}"/>
              </a:ext>
            </a:extLst>
          </p:cNvPr>
          <p:cNvSpPr txBox="1"/>
          <p:nvPr/>
        </p:nvSpPr>
        <p:spPr>
          <a:xfrm>
            <a:off x="1276348" y="3519657"/>
            <a:ext cx="25431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</a:t>
            </a:r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진행 기간</a:t>
            </a:r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프로젝트 진행 기간</a:t>
            </a:r>
          </a:p>
        </p:txBody>
      </p:sp>
    </p:spTree>
    <p:extLst>
      <p:ext uri="{BB962C8B-B14F-4D97-AF65-F5344CB8AC3E}">
        <p14:creationId xmlns:p14="http://schemas.microsoft.com/office/powerpoint/2010/main" val="1660402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83C0F-B92E-3A4B-5003-DF599F0CA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A0D539F-A58D-28C7-066B-6EC1A82B0E7B}"/>
              </a:ext>
            </a:extLst>
          </p:cNvPr>
          <p:cNvSpPr/>
          <p:nvPr/>
        </p:nvSpPr>
        <p:spPr>
          <a:xfrm>
            <a:off x="819150" y="1996384"/>
            <a:ext cx="190500" cy="2051051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47499-56D9-7214-5A85-F166970736FE}"/>
              </a:ext>
            </a:extLst>
          </p:cNvPr>
          <p:cNvSpPr txBox="1"/>
          <p:nvPr/>
        </p:nvSpPr>
        <p:spPr>
          <a:xfrm>
            <a:off x="1276346" y="2186885"/>
            <a:ext cx="627143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Teamie</a:t>
            </a:r>
            <a:r>
              <a:rPr lang="ko-KR" altLang="en-US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–</a:t>
            </a:r>
            <a:r>
              <a:rPr lang="ko-KR" altLang="en-US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PM </a:t>
            </a:r>
            <a:r>
              <a:rPr lang="ko-KR" altLang="en-US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및 </a:t>
            </a:r>
            <a:r>
              <a:rPr lang="en-US" altLang="ko-KR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UX </a:t>
            </a:r>
            <a:r>
              <a:rPr lang="ko-KR" altLang="en-US" sz="4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기획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CC6A8D-4EB0-6ABD-E219-6578312D152D}"/>
              </a:ext>
            </a:extLst>
          </p:cNvPr>
          <p:cNvSpPr txBox="1"/>
          <p:nvPr/>
        </p:nvSpPr>
        <p:spPr>
          <a:xfrm>
            <a:off x="1276347" y="3521905"/>
            <a:ext cx="33794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</a:t>
            </a:r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진행 기간</a:t>
            </a:r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2023.09 ~ 2023.12 (4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개월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7337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6B12E-553B-AD65-203C-EB5D24AE8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FFAC0BB-3D1C-242A-00B7-437C3A550598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843F61-CF25-B54A-4D5A-19C09B150D8A}"/>
              </a:ext>
            </a:extLst>
          </p:cNvPr>
          <p:cNvSpPr txBox="1"/>
          <p:nvPr/>
        </p:nvSpPr>
        <p:spPr>
          <a:xfrm>
            <a:off x="1276348" y="1112770"/>
            <a:ext cx="22576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프로젝트 소개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4509A-719C-8D47-F455-89358E4145EA}"/>
              </a:ext>
            </a:extLst>
          </p:cNvPr>
          <p:cNvSpPr txBox="1"/>
          <p:nvPr/>
        </p:nvSpPr>
        <p:spPr>
          <a:xfrm>
            <a:off x="1276347" y="647699"/>
            <a:ext cx="7072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경험명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9B393B-D882-2159-494A-5465EE336574}"/>
              </a:ext>
            </a:extLst>
          </p:cNvPr>
          <p:cNvSpPr txBox="1"/>
          <p:nvPr/>
        </p:nvSpPr>
        <p:spPr>
          <a:xfrm>
            <a:off x="7126499" y="3130909"/>
            <a:ext cx="28098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정량적 성과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수치 기반 성과 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C51250F-D719-DD1C-86BC-2D56D5EE88DC}"/>
              </a:ext>
            </a:extLst>
          </p:cNvPr>
          <p:cNvSpPr/>
          <p:nvPr/>
        </p:nvSpPr>
        <p:spPr>
          <a:xfrm>
            <a:off x="6902663" y="2110440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94EBB-3F20-38AD-FE5D-243350532F9C}"/>
              </a:ext>
            </a:extLst>
          </p:cNvPr>
          <p:cNvSpPr txBox="1"/>
          <p:nvPr/>
        </p:nvSpPr>
        <p:spPr>
          <a:xfrm>
            <a:off x="7802774" y="2525367"/>
            <a:ext cx="28098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정량적 성과</a:t>
            </a:r>
            <a:r>
              <a:rPr lang="en-US" altLang="ko-KR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수치</a:t>
            </a:r>
            <a:endParaRPr lang="ko-KR" altLang="en-US" sz="2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4ACAA-EECD-61B4-3781-5640FCD3108A}"/>
              </a:ext>
            </a:extLst>
          </p:cNvPr>
          <p:cNvSpPr txBox="1"/>
          <p:nvPr/>
        </p:nvSpPr>
        <p:spPr>
          <a:xfrm>
            <a:off x="819150" y="2114510"/>
            <a:ext cx="36671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</a:t>
            </a:r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프로젝트 배경 및 목적</a:t>
            </a:r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프로젝트 배경 및 목적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5CD4F-3A62-6477-56F4-40A66A87AABF}"/>
              </a:ext>
            </a:extLst>
          </p:cNvPr>
          <p:cNvSpPr txBox="1"/>
          <p:nvPr/>
        </p:nvSpPr>
        <p:spPr>
          <a:xfrm>
            <a:off x="819150" y="2601048"/>
            <a:ext cx="22574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</a:t>
            </a:r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대상 및 타깃</a:t>
            </a:r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대상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및 타깃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DB7851D-0905-BD9A-FB41-D90FAA0B79E1}"/>
              </a:ext>
            </a:extLst>
          </p:cNvPr>
          <p:cNvSpPr/>
          <p:nvPr/>
        </p:nvSpPr>
        <p:spPr>
          <a:xfrm rot="5400000">
            <a:off x="1822436" y="4575163"/>
            <a:ext cx="441354" cy="2447925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5260E2-FF59-9D49-5B71-1B6C2EBFEBAA}"/>
              </a:ext>
            </a:extLst>
          </p:cNvPr>
          <p:cNvSpPr txBox="1"/>
          <p:nvPr/>
        </p:nvSpPr>
        <p:spPr>
          <a:xfrm>
            <a:off x="1019968" y="5641980"/>
            <a:ext cx="20462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주요 기술</a:t>
            </a:r>
            <a:r>
              <a:rPr lang="en-US" altLang="ko-KR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방법론 및 툴 </a:t>
            </a:r>
            <a:r>
              <a:rPr lang="en-US" altLang="ko-KR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63A96E-E649-CB34-A9A1-A03D576D8319}"/>
              </a:ext>
            </a:extLst>
          </p:cNvPr>
          <p:cNvSpPr txBox="1"/>
          <p:nvPr/>
        </p:nvSpPr>
        <p:spPr>
          <a:xfrm>
            <a:off x="776287" y="5137837"/>
            <a:ext cx="16811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주요 기술 및 방법론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ABAF1EB-64D2-6810-C0CB-FE2911395E41}"/>
              </a:ext>
            </a:extLst>
          </p:cNvPr>
          <p:cNvSpPr/>
          <p:nvPr/>
        </p:nvSpPr>
        <p:spPr>
          <a:xfrm rot="5400000">
            <a:off x="4536268" y="4575163"/>
            <a:ext cx="441354" cy="2447925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9D3EE8-8200-660B-F4CA-D3F113639625}"/>
              </a:ext>
            </a:extLst>
          </p:cNvPr>
          <p:cNvSpPr txBox="1"/>
          <p:nvPr/>
        </p:nvSpPr>
        <p:spPr>
          <a:xfrm>
            <a:off x="3709195" y="5641979"/>
            <a:ext cx="20955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주요 기술</a:t>
            </a:r>
            <a:r>
              <a:rPr lang="en-US" altLang="ko-KR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방법론 및 툴 </a:t>
            </a:r>
            <a:r>
              <a:rPr lang="en-US" altLang="ko-KR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1BBAD2B-C2AD-F694-DE57-29F541EED420}"/>
              </a:ext>
            </a:extLst>
          </p:cNvPr>
          <p:cNvSpPr/>
          <p:nvPr/>
        </p:nvSpPr>
        <p:spPr>
          <a:xfrm rot="5400000">
            <a:off x="7306457" y="4575162"/>
            <a:ext cx="441354" cy="2447925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ECA67A-40D8-8F4E-82BA-8715572B244A}"/>
              </a:ext>
            </a:extLst>
          </p:cNvPr>
          <p:cNvSpPr txBox="1"/>
          <p:nvPr/>
        </p:nvSpPr>
        <p:spPr>
          <a:xfrm>
            <a:off x="6486528" y="5637541"/>
            <a:ext cx="208121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주요 기술</a:t>
            </a:r>
            <a:r>
              <a:rPr lang="en-US" altLang="ko-KR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방법론 및 툴 </a:t>
            </a:r>
            <a:r>
              <a:rPr lang="en-US" altLang="ko-KR" sz="1500" dirty="0">
                <a:solidFill>
                  <a:srgbClr val="FF0000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5861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EBC67-0718-A41C-0611-51B9D75A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65AAC94-BE8F-615B-C1CB-DA9F9B0AF5F1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1880E8-7018-BD1C-86CB-CA31FCD3ACA7}"/>
              </a:ext>
            </a:extLst>
          </p:cNvPr>
          <p:cNvSpPr txBox="1"/>
          <p:nvPr/>
        </p:nvSpPr>
        <p:spPr>
          <a:xfrm>
            <a:off x="1276348" y="1112770"/>
            <a:ext cx="22576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프로젝트 소개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45548D0-A6E7-BAFB-9B0C-7A1AF2015F13}"/>
              </a:ext>
            </a:extLst>
          </p:cNvPr>
          <p:cNvSpPr/>
          <p:nvPr/>
        </p:nvSpPr>
        <p:spPr>
          <a:xfrm>
            <a:off x="6902663" y="2110440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22628-34F2-7659-D562-075C44A5826F}"/>
              </a:ext>
            </a:extLst>
          </p:cNvPr>
          <p:cNvSpPr txBox="1"/>
          <p:nvPr/>
        </p:nvSpPr>
        <p:spPr>
          <a:xfrm>
            <a:off x="8562394" y="2474581"/>
            <a:ext cx="121444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>
                <a:solidFill>
                  <a:srgbClr val="BEF2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150%</a:t>
            </a:r>
            <a:endParaRPr lang="ko-KR" altLang="en-US" sz="2500" dirty="0">
              <a:solidFill>
                <a:srgbClr val="BEF2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736108-4443-E6D8-822D-33A7E43FD1F0}"/>
              </a:ext>
            </a:extLst>
          </p:cNvPr>
          <p:cNvSpPr txBox="1"/>
          <p:nvPr/>
        </p:nvSpPr>
        <p:spPr>
          <a:xfrm>
            <a:off x="7088400" y="3178091"/>
            <a:ext cx="41624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리뉴얼 전 대비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DAU(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일간 활성 사용자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150%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증가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C47C96-C3BB-4DA3-817F-B8DE8D424405}"/>
              </a:ext>
            </a:extLst>
          </p:cNvPr>
          <p:cNvSpPr txBox="1"/>
          <p:nvPr/>
        </p:nvSpPr>
        <p:spPr>
          <a:xfrm>
            <a:off x="819149" y="2035088"/>
            <a:ext cx="5738169" cy="1091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</a:t>
            </a:r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프로젝트 배경 및 목적</a:t>
            </a:r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교내 커뮤니티의 비효율적인 게시판형 거래 방식을</a:t>
            </a:r>
            <a:b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개선하고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전공 서적 거래의 편의성과 신뢰도를 높이기 위한 </a:t>
            </a:r>
            <a:endParaRPr lang="en-US" altLang="ko-KR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전용 플랫폼 기획 및 앱 리뉴얼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D26174-9DEC-1C1E-3AC5-C038385D5C69}"/>
              </a:ext>
            </a:extLst>
          </p:cNvPr>
          <p:cNvSpPr txBox="1"/>
          <p:nvPr/>
        </p:nvSpPr>
        <p:spPr>
          <a:xfrm>
            <a:off x="819149" y="3209807"/>
            <a:ext cx="5581650" cy="744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 </a:t>
            </a:r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대상 및 타깃</a:t>
            </a:r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비싼 전공 서적 가격에 부담을 느끼며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교내 직거래를 통해</a:t>
            </a:r>
            <a:b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</a:t>
            </a: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택배비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절약과 빠른 거래를 원하는 대학생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00BDEFD-1AF1-7360-CFB4-26CC36D2B949}"/>
              </a:ext>
            </a:extLst>
          </p:cNvPr>
          <p:cNvSpPr/>
          <p:nvPr/>
        </p:nvSpPr>
        <p:spPr>
          <a:xfrm rot="5400000">
            <a:off x="1160449" y="5237150"/>
            <a:ext cx="441351" cy="1123950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337C60-D595-36A2-BD6B-37906F0C3C15}"/>
              </a:ext>
            </a:extLst>
          </p:cNvPr>
          <p:cNvSpPr txBox="1"/>
          <p:nvPr/>
        </p:nvSpPr>
        <p:spPr>
          <a:xfrm>
            <a:off x="1037827" y="5637540"/>
            <a:ext cx="7478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Figma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6BDD0B-4260-A54E-C4E5-6EC0A08D4018}"/>
              </a:ext>
            </a:extLst>
          </p:cNvPr>
          <p:cNvSpPr txBox="1"/>
          <p:nvPr/>
        </p:nvSpPr>
        <p:spPr>
          <a:xfrm>
            <a:off x="776287" y="5137837"/>
            <a:ext cx="16811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주요 기술 및 방법론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3CCEAF-504E-F877-FA88-0AA0E4331FFB}"/>
              </a:ext>
            </a:extLst>
          </p:cNvPr>
          <p:cNvSpPr txBox="1"/>
          <p:nvPr/>
        </p:nvSpPr>
        <p:spPr>
          <a:xfrm>
            <a:off x="2423161" y="5625431"/>
            <a:ext cx="8305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Notion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0BD880F-7E8E-1A63-B7DD-94B78252BB4A}"/>
              </a:ext>
            </a:extLst>
          </p:cNvPr>
          <p:cNvSpPr/>
          <p:nvPr/>
        </p:nvSpPr>
        <p:spPr>
          <a:xfrm rot="5400000">
            <a:off x="2588244" y="5239365"/>
            <a:ext cx="436916" cy="1123951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8C32F5-597D-6DF8-9882-837C0C34941E}"/>
              </a:ext>
            </a:extLst>
          </p:cNvPr>
          <p:cNvSpPr txBox="1"/>
          <p:nvPr/>
        </p:nvSpPr>
        <p:spPr>
          <a:xfrm>
            <a:off x="3811788" y="5637540"/>
            <a:ext cx="67119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Slack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8E68180-7ECE-BB89-73A0-9FD2CA2E4156}"/>
              </a:ext>
            </a:extLst>
          </p:cNvPr>
          <p:cNvSpPr/>
          <p:nvPr/>
        </p:nvSpPr>
        <p:spPr>
          <a:xfrm rot="5400000">
            <a:off x="3928638" y="5320112"/>
            <a:ext cx="436918" cy="953587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34DBBD-8C8C-E3BF-C542-CE4193396782}"/>
              </a:ext>
            </a:extLst>
          </p:cNvPr>
          <p:cNvSpPr txBox="1"/>
          <p:nvPr/>
        </p:nvSpPr>
        <p:spPr>
          <a:xfrm>
            <a:off x="5095881" y="5637540"/>
            <a:ext cx="16626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Google Analytics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D3096E9-0883-1C14-A406-DFD398A88175}"/>
              </a:ext>
            </a:extLst>
          </p:cNvPr>
          <p:cNvSpPr/>
          <p:nvPr/>
        </p:nvSpPr>
        <p:spPr>
          <a:xfrm rot="5400000">
            <a:off x="5708727" y="4801546"/>
            <a:ext cx="436918" cy="1990722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DAB2F8-3163-650F-25EF-9A21F5F58D2F}"/>
              </a:ext>
            </a:extLst>
          </p:cNvPr>
          <p:cNvSpPr txBox="1"/>
          <p:nvPr/>
        </p:nvSpPr>
        <p:spPr>
          <a:xfrm>
            <a:off x="7408915" y="5637540"/>
            <a:ext cx="1378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IDI(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심층 인터뷰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A026041-D90A-E263-8808-88D49556875D}"/>
              </a:ext>
            </a:extLst>
          </p:cNvPr>
          <p:cNvSpPr/>
          <p:nvPr/>
        </p:nvSpPr>
        <p:spPr>
          <a:xfrm rot="5400000">
            <a:off x="7883134" y="4925287"/>
            <a:ext cx="436919" cy="1742226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07CECE-B75F-595A-B9E3-3C5DD309589B}"/>
              </a:ext>
            </a:extLst>
          </p:cNvPr>
          <p:cNvSpPr txBox="1"/>
          <p:nvPr/>
        </p:nvSpPr>
        <p:spPr>
          <a:xfrm>
            <a:off x="9426790" y="5642716"/>
            <a:ext cx="13974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Usability Test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161E79C-D5A5-DB19-409E-C22FCDDF53DC}"/>
              </a:ext>
            </a:extLst>
          </p:cNvPr>
          <p:cNvSpPr/>
          <p:nvPr/>
        </p:nvSpPr>
        <p:spPr>
          <a:xfrm rot="5400000">
            <a:off x="9904852" y="4959410"/>
            <a:ext cx="441353" cy="1689778"/>
          </a:xfrm>
          <a:prstGeom prst="roundRect">
            <a:avLst>
              <a:gd name="adj" fmla="val 50000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E07A90-89EA-F182-A45E-9A575EB7FF32}"/>
              </a:ext>
            </a:extLst>
          </p:cNvPr>
          <p:cNvSpPr txBox="1"/>
          <p:nvPr/>
        </p:nvSpPr>
        <p:spPr>
          <a:xfrm>
            <a:off x="1276346" y="647699"/>
            <a:ext cx="857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Teamie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2380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EA0DA-56F4-2AC8-6957-CB6E8E07F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A5FBB43-1853-8F8B-9616-6656D6DBC66B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725354-BD06-A054-480C-8F35568FE8CB}"/>
              </a:ext>
            </a:extLst>
          </p:cNvPr>
          <p:cNvSpPr txBox="1"/>
          <p:nvPr/>
        </p:nvSpPr>
        <p:spPr>
          <a:xfrm>
            <a:off x="1276348" y="1112770"/>
            <a:ext cx="9116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성과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5F4BD-D6B7-A6D5-B3F4-B8C26C4404D5}"/>
              </a:ext>
            </a:extLst>
          </p:cNvPr>
          <p:cNvSpPr txBox="1"/>
          <p:nvPr/>
        </p:nvSpPr>
        <p:spPr>
          <a:xfrm>
            <a:off x="1276347" y="647699"/>
            <a:ext cx="7072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경험명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C2A45B-3B79-C61D-812D-635F96DA479B}"/>
              </a:ext>
            </a:extLst>
          </p:cNvPr>
          <p:cNvSpPr txBox="1"/>
          <p:nvPr/>
        </p:nvSpPr>
        <p:spPr>
          <a:xfrm>
            <a:off x="1042986" y="3986628"/>
            <a:ext cx="28098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정량적 성과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수치 기반 성과 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B2CC341-9B75-F22B-EDF1-E02CC727EF71}"/>
              </a:ext>
            </a:extLst>
          </p:cNvPr>
          <p:cNvSpPr/>
          <p:nvPr/>
        </p:nvSpPr>
        <p:spPr>
          <a:xfrm>
            <a:off x="6853236" y="2966159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423DBF5-F8B9-8305-5E0A-65A2FD150257}"/>
              </a:ext>
            </a:extLst>
          </p:cNvPr>
          <p:cNvSpPr/>
          <p:nvPr/>
        </p:nvSpPr>
        <p:spPr>
          <a:xfrm>
            <a:off x="819150" y="2966159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595295-D2AA-26A1-BA72-69EF19B3434F}"/>
              </a:ext>
            </a:extLst>
          </p:cNvPr>
          <p:cNvSpPr txBox="1"/>
          <p:nvPr/>
        </p:nvSpPr>
        <p:spPr>
          <a:xfrm>
            <a:off x="7188991" y="3594212"/>
            <a:ext cx="39385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정성적 성과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참여자 또는 교수 피드백 인용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SNS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또는 커뮤니티 반응 등 간접적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평가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지표 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89CC5-2A7E-8337-B753-54402219C8B5}"/>
              </a:ext>
            </a:extLst>
          </p:cNvPr>
          <p:cNvSpPr txBox="1"/>
          <p:nvPr/>
        </p:nvSpPr>
        <p:spPr>
          <a:xfrm>
            <a:off x="1719261" y="3381086"/>
            <a:ext cx="28098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정량적 성과</a:t>
            </a:r>
            <a:r>
              <a:rPr lang="en-US" altLang="ko-KR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수치</a:t>
            </a:r>
            <a:endParaRPr lang="ko-KR" altLang="en-US" sz="2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839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70CFE-B52B-B820-6633-409A1EF5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E3FB2AB-BB9F-A11F-1225-0D1121694F7A}"/>
              </a:ext>
            </a:extLst>
          </p:cNvPr>
          <p:cNvSpPr txBox="1"/>
          <p:nvPr/>
        </p:nvSpPr>
        <p:spPr>
          <a:xfrm>
            <a:off x="2478881" y="3421136"/>
            <a:ext cx="121444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>
                <a:solidFill>
                  <a:srgbClr val="BEF2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150%</a:t>
            </a:r>
            <a:endParaRPr lang="ko-KR" altLang="en-US" sz="2500" dirty="0">
              <a:solidFill>
                <a:srgbClr val="BEF2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CDFBF0-1DC5-988D-0601-512160B98131}"/>
              </a:ext>
            </a:extLst>
          </p:cNvPr>
          <p:cNvSpPr txBox="1"/>
          <p:nvPr/>
        </p:nvSpPr>
        <p:spPr>
          <a:xfrm>
            <a:off x="1004887" y="4124646"/>
            <a:ext cx="41624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리뉴얼 전 대비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DAU(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일간 활성 사용자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150%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증가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5E0773F-C711-873D-7E52-C82206B9BA66}"/>
              </a:ext>
            </a:extLst>
          </p:cNvPr>
          <p:cNvSpPr/>
          <p:nvPr/>
        </p:nvSpPr>
        <p:spPr>
          <a:xfrm>
            <a:off x="819150" y="2966159"/>
            <a:ext cx="4610100" cy="2071186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A06278-A43D-1868-B291-F99AEB61605A}"/>
              </a:ext>
            </a:extLst>
          </p:cNvPr>
          <p:cNvSpPr txBox="1"/>
          <p:nvPr/>
        </p:nvSpPr>
        <p:spPr>
          <a:xfrm>
            <a:off x="7129459" y="3525716"/>
            <a:ext cx="4057654" cy="744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검색부터 구매 약속까지 과정이 직관적이다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”</a:t>
            </a:r>
            <a:b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라는 사용자 피드백 다수 확보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283D496-7062-5019-987B-B56E6BFCC376}"/>
              </a:ext>
            </a:extLst>
          </p:cNvPr>
          <p:cNvSpPr/>
          <p:nvPr/>
        </p:nvSpPr>
        <p:spPr>
          <a:xfrm>
            <a:off x="6853236" y="2966159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890B3F-9145-5F45-02A1-F487FDAFAE02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FA1C0A-1C9B-2A49-09EC-A3EE1661F57B}"/>
              </a:ext>
            </a:extLst>
          </p:cNvPr>
          <p:cNvSpPr txBox="1"/>
          <p:nvPr/>
        </p:nvSpPr>
        <p:spPr>
          <a:xfrm>
            <a:off x="1276348" y="1112770"/>
            <a:ext cx="9116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성과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A06ED9-7106-30F8-C4D1-28C131AEA48E}"/>
              </a:ext>
            </a:extLst>
          </p:cNvPr>
          <p:cNvSpPr txBox="1"/>
          <p:nvPr/>
        </p:nvSpPr>
        <p:spPr>
          <a:xfrm>
            <a:off x="1276346" y="647699"/>
            <a:ext cx="857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Teamie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6605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DDB66-81DF-3E25-8793-F92595840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91263E0-324C-72C4-379A-F69CEA979B95}"/>
              </a:ext>
            </a:extLst>
          </p:cNvPr>
          <p:cNvSpPr/>
          <p:nvPr/>
        </p:nvSpPr>
        <p:spPr>
          <a:xfrm>
            <a:off x="6762750" y="3033246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083FA4-ECD5-6389-A1D8-38F6AF2049FF}"/>
              </a:ext>
            </a:extLst>
          </p:cNvPr>
          <p:cNvSpPr txBox="1"/>
          <p:nvPr/>
        </p:nvSpPr>
        <p:spPr>
          <a:xfrm>
            <a:off x="1042986" y="4873351"/>
            <a:ext cx="29098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정량적 성과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수치 기반 성과 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62D2273-135C-D3B9-613E-82DE4BBB637F}"/>
              </a:ext>
            </a:extLst>
          </p:cNvPr>
          <p:cNvSpPr/>
          <p:nvPr/>
        </p:nvSpPr>
        <p:spPr>
          <a:xfrm>
            <a:off x="819150" y="2183264"/>
            <a:ext cx="4610100" cy="3444189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76D04B-D8BC-9E6B-6213-E68A2DD795B5}"/>
              </a:ext>
            </a:extLst>
          </p:cNvPr>
          <p:cNvSpPr txBox="1"/>
          <p:nvPr/>
        </p:nvSpPr>
        <p:spPr>
          <a:xfrm>
            <a:off x="7038973" y="3663942"/>
            <a:ext cx="40576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정성적 성과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참여자 또는 교수 피드백 인용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SNS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또는 커뮤니티 반응 등 간접적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평가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지표 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21C06ED-73D1-B093-272D-65B08968219E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4F5134-B931-4AE3-EE87-7D845B0FD9ED}"/>
              </a:ext>
            </a:extLst>
          </p:cNvPr>
          <p:cNvSpPr txBox="1"/>
          <p:nvPr/>
        </p:nvSpPr>
        <p:spPr>
          <a:xfrm>
            <a:off x="1276348" y="1112770"/>
            <a:ext cx="9116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성과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A2C3B37A-1B09-C6F4-F543-0B1C5D240C3C}"/>
              </a:ext>
            </a:extLst>
          </p:cNvPr>
          <p:cNvGraphicFramePr/>
          <p:nvPr/>
        </p:nvGraphicFramePr>
        <p:xfrm>
          <a:off x="1902026" y="2275873"/>
          <a:ext cx="2307597" cy="2011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88FC666-94DB-A1A3-6768-99390772F698}"/>
              </a:ext>
            </a:extLst>
          </p:cNvPr>
          <p:cNvSpPr txBox="1"/>
          <p:nvPr/>
        </p:nvSpPr>
        <p:spPr>
          <a:xfrm>
            <a:off x="1650885" y="4218163"/>
            <a:ext cx="28098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정량적 성과</a:t>
            </a:r>
            <a:r>
              <a:rPr lang="en-US" altLang="ko-KR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수치</a:t>
            </a:r>
            <a:endParaRPr lang="ko-KR" altLang="en-US" sz="2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820397-1380-1F12-9206-1A05AF1AA622}"/>
              </a:ext>
            </a:extLst>
          </p:cNvPr>
          <p:cNvSpPr txBox="1"/>
          <p:nvPr/>
        </p:nvSpPr>
        <p:spPr>
          <a:xfrm>
            <a:off x="1276347" y="647699"/>
            <a:ext cx="7072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경험명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130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446D-1724-BAA8-B84E-6A24764BA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1C0FE84-B869-A519-4780-B53F4245C33B}"/>
              </a:ext>
            </a:extLst>
          </p:cNvPr>
          <p:cNvSpPr/>
          <p:nvPr/>
        </p:nvSpPr>
        <p:spPr>
          <a:xfrm>
            <a:off x="6762750" y="3033246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08BDB6-260D-31A7-E6B8-DF63EE4AF027}"/>
              </a:ext>
            </a:extLst>
          </p:cNvPr>
          <p:cNvSpPr txBox="1"/>
          <p:nvPr/>
        </p:nvSpPr>
        <p:spPr>
          <a:xfrm>
            <a:off x="1042986" y="4873351"/>
            <a:ext cx="29098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거래 </a:t>
            </a: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성사율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20% → 65%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 상승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5A18AF-D153-184E-603E-6F8B232259D6}"/>
              </a:ext>
            </a:extLst>
          </p:cNvPr>
          <p:cNvSpPr txBox="1"/>
          <p:nvPr/>
        </p:nvSpPr>
        <p:spPr>
          <a:xfrm>
            <a:off x="1744097" y="4216104"/>
            <a:ext cx="262345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>
                <a:solidFill>
                  <a:srgbClr val="BEF2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20% -&gt; 65%</a:t>
            </a:r>
            <a:endParaRPr lang="ko-KR" altLang="en-US" sz="2500" dirty="0">
              <a:solidFill>
                <a:srgbClr val="BEF2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B15F99B-8B34-D061-BA3D-B5085F6F33F6}"/>
              </a:ext>
            </a:extLst>
          </p:cNvPr>
          <p:cNvSpPr/>
          <p:nvPr/>
        </p:nvSpPr>
        <p:spPr>
          <a:xfrm>
            <a:off x="819150" y="2183264"/>
            <a:ext cx="4610100" cy="3444189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A201D7-905F-B7BD-ECBD-142447213E42}"/>
              </a:ext>
            </a:extLst>
          </p:cNvPr>
          <p:cNvSpPr txBox="1"/>
          <p:nvPr/>
        </p:nvSpPr>
        <p:spPr>
          <a:xfrm>
            <a:off x="7038973" y="3568467"/>
            <a:ext cx="4057654" cy="744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검색부터 구매 약속까지 과정이 직관적이다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”</a:t>
            </a:r>
            <a:b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라는 사용자 피드백 다수 확보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DA9320F-0B1D-2520-E785-633F2C9B5B36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B7577E-1604-47CF-4DE7-3E9E573AF298}"/>
              </a:ext>
            </a:extLst>
          </p:cNvPr>
          <p:cNvSpPr txBox="1"/>
          <p:nvPr/>
        </p:nvSpPr>
        <p:spPr>
          <a:xfrm>
            <a:off x="1276348" y="1112770"/>
            <a:ext cx="9116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성과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6FF16C-C7F4-6CD7-4FFE-114B16B2C23B}"/>
              </a:ext>
            </a:extLst>
          </p:cNvPr>
          <p:cNvSpPr txBox="1"/>
          <p:nvPr/>
        </p:nvSpPr>
        <p:spPr>
          <a:xfrm>
            <a:off x="1276346" y="647699"/>
            <a:ext cx="857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Teamie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83F511B5-45C9-EC82-434E-C0E1FDE335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2516644"/>
              </p:ext>
            </p:extLst>
          </p:nvPr>
        </p:nvGraphicFramePr>
        <p:xfrm>
          <a:off x="1902026" y="2275873"/>
          <a:ext cx="2307597" cy="2011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8774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484E7-B642-0D47-E4A2-525455304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6B26FDEA-3B46-DDCC-4981-0CF1A82A4A43}"/>
              </a:ext>
            </a:extLst>
          </p:cNvPr>
          <p:cNvSpPr txBox="1"/>
          <p:nvPr/>
        </p:nvSpPr>
        <p:spPr>
          <a:xfrm>
            <a:off x="1042986" y="4873351"/>
            <a:ext cx="29098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정량적 성과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수치 기반 성과 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38455CB-0668-58F5-806C-FF1C19C7041E}"/>
              </a:ext>
            </a:extLst>
          </p:cNvPr>
          <p:cNvSpPr/>
          <p:nvPr/>
        </p:nvSpPr>
        <p:spPr>
          <a:xfrm>
            <a:off x="819150" y="2183264"/>
            <a:ext cx="4610100" cy="3444189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BBDD4DF-F42A-1865-0562-B7D1AA225CE0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684FC5-DC83-B31C-1907-0F13D55CB5EB}"/>
              </a:ext>
            </a:extLst>
          </p:cNvPr>
          <p:cNvSpPr txBox="1"/>
          <p:nvPr/>
        </p:nvSpPr>
        <p:spPr>
          <a:xfrm>
            <a:off x="1276348" y="1112770"/>
            <a:ext cx="9116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성과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AEC59E45-9E7C-61AB-03F8-2A0D56098DE5}"/>
              </a:ext>
            </a:extLst>
          </p:cNvPr>
          <p:cNvGraphicFramePr/>
          <p:nvPr/>
        </p:nvGraphicFramePr>
        <p:xfrm>
          <a:off x="1902026" y="2275873"/>
          <a:ext cx="2307597" cy="2011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47F13FC-E22A-5536-64F4-F3BF98DDF1D9}"/>
              </a:ext>
            </a:extLst>
          </p:cNvPr>
          <p:cNvSpPr txBox="1"/>
          <p:nvPr/>
        </p:nvSpPr>
        <p:spPr>
          <a:xfrm>
            <a:off x="1650885" y="4218163"/>
            <a:ext cx="28098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정량적 성과</a:t>
            </a:r>
            <a:r>
              <a:rPr lang="en-US" altLang="ko-KR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수치</a:t>
            </a:r>
            <a:endParaRPr lang="ko-KR" altLang="en-US" sz="2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DF18B7-21A8-45CB-3AE4-2EBBB4582F01}"/>
              </a:ext>
            </a:extLst>
          </p:cNvPr>
          <p:cNvSpPr txBox="1"/>
          <p:nvPr/>
        </p:nvSpPr>
        <p:spPr>
          <a:xfrm>
            <a:off x="1276347" y="647699"/>
            <a:ext cx="7072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경험명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FFF1AC-7BC1-0047-14BD-EA1785442134}"/>
              </a:ext>
            </a:extLst>
          </p:cNvPr>
          <p:cNvSpPr txBox="1"/>
          <p:nvPr/>
        </p:nvSpPr>
        <p:spPr>
          <a:xfrm>
            <a:off x="6986586" y="4873351"/>
            <a:ext cx="29098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정량적 성과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수치 기반 성과 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65F6A4D-E5ED-A0B3-D74C-68C28FA5642D}"/>
              </a:ext>
            </a:extLst>
          </p:cNvPr>
          <p:cNvSpPr/>
          <p:nvPr/>
        </p:nvSpPr>
        <p:spPr>
          <a:xfrm>
            <a:off x="6762750" y="2183264"/>
            <a:ext cx="4610100" cy="3444189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1E6ADADF-BC14-EE8C-D8FF-A31EABE46A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8774936"/>
              </p:ext>
            </p:extLst>
          </p:nvPr>
        </p:nvGraphicFramePr>
        <p:xfrm>
          <a:off x="7845626" y="2275873"/>
          <a:ext cx="2307597" cy="2011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F8E9E62-D67C-9430-2A33-6E08C0A4D26C}"/>
              </a:ext>
            </a:extLst>
          </p:cNvPr>
          <p:cNvSpPr txBox="1"/>
          <p:nvPr/>
        </p:nvSpPr>
        <p:spPr>
          <a:xfrm>
            <a:off x="7594485" y="4218163"/>
            <a:ext cx="28098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정량적 성과</a:t>
            </a:r>
            <a:r>
              <a:rPr lang="en-US" altLang="ko-KR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수치</a:t>
            </a:r>
            <a:endParaRPr lang="ko-KR" altLang="en-US" sz="2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1712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B6C5-F14A-3984-C1EC-0054C2DD0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FA6EFB6-34F7-CAD8-4BEC-44355D26C11A}"/>
              </a:ext>
            </a:extLst>
          </p:cNvPr>
          <p:cNvSpPr txBox="1"/>
          <p:nvPr/>
        </p:nvSpPr>
        <p:spPr>
          <a:xfrm>
            <a:off x="1042986" y="4873351"/>
            <a:ext cx="29098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거래 </a:t>
            </a: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성사율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20% → 65%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 상승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A2CD99-3154-0142-D26F-40CC0E089DD6}"/>
              </a:ext>
            </a:extLst>
          </p:cNvPr>
          <p:cNvSpPr txBox="1"/>
          <p:nvPr/>
        </p:nvSpPr>
        <p:spPr>
          <a:xfrm>
            <a:off x="1744097" y="4216104"/>
            <a:ext cx="262345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>
                <a:solidFill>
                  <a:srgbClr val="BEF2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20% -&gt; 65%</a:t>
            </a:r>
            <a:endParaRPr lang="ko-KR" altLang="en-US" sz="2500" dirty="0">
              <a:solidFill>
                <a:srgbClr val="BEF2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603D6D1-0B7B-112D-27D5-654FBF0993C4}"/>
              </a:ext>
            </a:extLst>
          </p:cNvPr>
          <p:cNvSpPr/>
          <p:nvPr/>
        </p:nvSpPr>
        <p:spPr>
          <a:xfrm>
            <a:off x="819150" y="2183264"/>
            <a:ext cx="4610100" cy="3444189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B199BC-D415-6622-6F15-DF2CB9B6F02C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3018A6-8BDC-8AE4-4AED-4C2168F7BD3A}"/>
              </a:ext>
            </a:extLst>
          </p:cNvPr>
          <p:cNvSpPr txBox="1"/>
          <p:nvPr/>
        </p:nvSpPr>
        <p:spPr>
          <a:xfrm>
            <a:off x="1276348" y="1112770"/>
            <a:ext cx="9116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성과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4805A4-C3BC-DD1B-2FC5-F0FC89D7C9F1}"/>
              </a:ext>
            </a:extLst>
          </p:cNvPr>
          <p:cNvSpPr txBox="1"/>
          <p:nvPr/>
        </p:nvSpPr>
        <p:spPr>
          <a:xfrm>
            <a:off x="1276346" y="647699"/>
            <a:ext cx="857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Teamie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A0AD3992-5A4E-0B54-07E3-3E560AF304E7}"/>
              </a:ext>
            </a:extLst>
          </p:cNvPr>
          <p:cNvGraphicFramePr/>
          <p:nvPr/>
        </p:nvGraphicFramePr>
        <p:xfrm>
          <a:off x="1902026" y="2275873"/>
          <a:ext cx="2307597" cy="2011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7EC6CA1-CE53-D165-5FAE-BC41AE9F735E}"/>
              </a:ext>
            </a:extLst>
          </p:cNvPr>
          <p:cNvSpPr txBox="1"/>
          <p:nvPr/>
        </p:nvSpPr>
        <p:spPr>
          <a:xfrm>
            <a:off x="6986586" y="4873351"/>
            <a:ext cx="29098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거래 </a:t>
            </a: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성사율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20% → 65%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 상승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FBBA-9AA1-E2E7-A2AD-B757299ED2BD}"/>
              </a:ext>
            </a:extLst>
          </p:cNvPr>
          <p:cNvSpPr txBox="1"/>
          <p:nvPr/>
        </p:nvSpPr>
        <p:spPr>
          <a:xfrm>
            <a:off x="7687697" y="4216104"/>
            <a:ext cx="262345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>
                <a:solidFill>
                  <a:srgbClr val="BEF2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20% -&gt; 65%</a:t>
            </a:r>
            <a:endParaRPr lang="ko-KR" altLang="en-US" sz="2500" dirty="0">
              <a:solidFill>
                <a:srgbClr val="BEF2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76EAD01-7C1B-B155-88A5-02D48486E429}"/>
              </a:ext>
            </a:extLst>
          </p:cNvPr>
          <p:cNvSpPr/>
          <p:nvPr/>
        </p:nvSpPr>
        <p:spPr>
          <a:xfrm>
            <a:off x="6762750" y="2183264"/>
            <a:ext cx="4610100" cy="3444189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0A622293-E288-6F04-7B3A-BE36F2FB85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1185779"/>
              </p:ext>
            </p:extLst>
          </p:nvPr>
        </p:nvGraphicFramePr>
        <p:xfrm>
          <a:off x="7845626" y="2275873"/>
          <a:ext cx="2307597" cy="2011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84884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9E9B9-60FA-CD11-033A-78D9DE77F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EC243FA-CBA8-3963-0509-6EA204FE7461}"/>
              </a:ext>
            </a:extLst>
          </p:cNvPr>
          <p:cNvSpPr txBox="1"/>
          <p:nvPr/>
        </p:nvSpPr>
        <p:spPr>
          <a:xfrm>
            <a:off x="1719261" y="4762211"/>
            <a:ext cx="28098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정량적 성과</a:t>
            </a:r>
            <a:r>
              <a:rPr lang="en-US" altLang="ko-KR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수치</a:t>
            </a:r>
            <a:endParaRPr lang="ko-KR" altLang="en-US" sz="2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4FBD74-6CF3-A8FB-56BF-78B59C1B22E5}"/>
              </a:ext>
            </a:extLst>
          </p:cNvPr>
          <p:cNvSpPr txBox="1"/>
          <p:nvPr/>
        </p:nvSpPr>
        <p:spPr>
          <a:xfrm>
            <a:off x="1042986" y="5367753"/>
            <a:ext cx="28098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정량적 성과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수치 기반 성과 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CA30F7-4C0A-87BE-7A4E-8455606C10BD}"/>
              </a:ext>
            </a:extLst>
          </p:cNvPr>
          <p:cNvSpPr txBox="1"/>
          <p:nvPr/>
        </p:nvSpPr>
        <p:spPr>
          <a:xfrm>
            <a:off x="7188991" y="4975337"/>
            <a:ext cx="39385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정성적 성과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참여자 또는 교수 피드백 인용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SNS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또는 커뮤니티 반응 등 간접적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평가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지표 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45AE93D-EBA6-2BED-38D9-B057445E7850}"/>
              </a:ext>
            </a:extLst>
          </p:cNvPr>
          <p:cNvSpPr/>
          <p:nvPr/>
        </p:nvSpPr>
        <p:spPr>
          <a:xfrm>
            <a:off x="6853236" y="4347284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3BCA184-8993-B114-D4F8-6D660CFB2CBC}"/>
              </a:ext>
            </a:extLst>
          </p:cNvPr>
          <p:cNvSpPr/>
          <p:nvPr/>
        </p:nvSpPr>
        <p:spPr>
          <a:xfrm>
            <a:off x="819150" y="4347284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1CD091-7CA3-88BD-EECF-4181FF8E4B85}"/>
              </a:ext>
            </a:extLst>
          </p:cNvPr>
          <p:cNvSpPr txBox="1"/>
          <p:nvPr/>
        </p:nvSpPr>
        <p:spPr>
          <a:xfrm>
            <a:off x="4691061" y="2605672"/>
            <a:ext cx="28098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정량적 성과</a:t>
            </a:r>
            <a:r>
              <a:rPr lang="en-US" altLang="ko-KR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수치</a:t>
            </a:r>
            <a:endParaRPr lang="ko-KR" altLang="en-US" sz="2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F12051-87C3-40FD-65DB-D9664ED3B644}"/>
              </a:ext>
            </a:extLst>
          </p:cNvPr>
          <p:cNvSpPr txBox="1"/>
          <p:nvPr/>
        </p:nvSpPr>
        <p:spPr>
          <a:xfrm>
            <a:off x="4014786" y="3211214"/>
            <a:ext cx="28098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정량적 성과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수치 기반 성과 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57E233C-C34B-DDB5-6405-9B44D8C5108E}"/>
              </a:ext>
            </a:extLst>
          </p:cNvPr>
          <p:cNvSpPr/>
          <p:nvPr/>
        </p:nvSpPr>
        <p:spPr>
          <a:xfrm>
            <a:off x="3790950" y="2190745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330E9D-4BFA-8DAD-255D-C28F09DE16F0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90C392-6E16-4858-65A5-A00453C49414}"/>
              </a:ext>
            </a:extLst>
          </p:cNvPr>
          <p:cNvSpPr txBox="1"/>
          <p:nvPr/>
        </p:nvSpPr>
        <p:spPr>
          <a:xfrm>
            <a:off x="1276348" y="1112770"/>
            <a:ext cx="9116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성과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CFCBB2-A847-325B-D0A8-27FEC0865EA2}"/>
              </a:ext>
            </a:extLst>
          </p:cNvPr>
          <p:cNvSpPr txBox="1"/>
          <p:nvPr/>
        </p:nvSpPr>
        <p:spPr>
          <a:xfrm>
            <a:off x="1276347" y="647699"/>
            <a:ext cx="7072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경험명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2800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7B7E2-6FB6-579A-E32C-1468404C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3454CC0-F361-271D-18E7-70963A0D903A}"/>
              </a:ext>
            </a:extLst>
          </p:cNvPr>
          <p:cNvSpPr/>
          <p:nvPr/>
        </p:nvSpPr>
        <p:spPr>
          <a:xfrm>
            <a:off x="6853236" y="4347284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588ADF-448A-87EF-0518-314C9DB9D952}"/>
              </a:ext>
            </a:extLst>
          </p:cNvPr>
          <p:cNvSpPr txBox="1"/>
          <p:nvPr/>
        </p:nvSpPr>
        <p:spPr>
          <a:xfrm>
            <a:off x="4014786" y="3246177"/>
            <a:ext cx="41624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리뉴얼 전 대비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DAU(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일간 활성 사용자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150%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증가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2DDC31-45A8-DA16-2A67-FEB770A457F7}"/>
              </a:ext>
            </a:extLst>
          </p:cNvPr>
          <p:cNvSpPr txBox="1"/>
          <p:nvPr/>
        </p:nvSpPr>
        <p:spPr>
          <a:xfrm>
            <a:off x="5488780" y="2591651"/>
            <a:ext cx="121444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>
                <a:solidFill>
                  <a:srgbClr val="BEF2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150%</a:t>
            </a:r>
            <a:endParaRPr lang="ko-KR" altLang="en-US" sz="2500" dirty="0">
              <a:solidFill>
                <a:srgbClr val="BEF2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04E789-C9EF-024F-BE79-5BD74659F86C}"/>
              </a:ext>
            </a:extLst>
          </p:cNvPr>
          <p:cNvSpPr txBox="1"/>
          <p:nvPr/>
        </p:nvSpPr>
        <p:spPr>
          <a:xfrm>
            <a:off x="1042986" y="5408573"/>
            <a:ext cx="29098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거래 </a:t>
            </a: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성사율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20% → 65%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 상승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1D3CA8-9AED-5F19-1427-6D43D8323E5B}"/>
              </a:ext>
            </a:extLst>
          </p:cNvPr>
          <p:cNvSpPr txBox="1"/>
          <p:nvPr/>
        </p:nvSpPr>
        <p:spPr>
          <a:xfrm>
            <a:off x="1744097" y="4751326"/>
            <a:ext cx="262345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>
                <a:solidFill>
                  <a:srgbClr val="BEF2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20% -&gt; 65%</a:t>
            </a:r>
            <a:endParaRPr lang="ko-KR" altLang="en-US" sz="2500" dirty="0">
              <a:solidFill>
                <a:srgbClr val="BEF2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BD6C55D-AFFD-ADCE-A6A5-B13E5355B3E3}"/>
              </a:ext>
            </a:extLst>
          </p:cNvPr>
          <p:cNvSpPr/>
          <p:nvPr/>
        </p:nvSpPr>
        <p:spPr>
          <a:xfrm>
            <a:off x="819150" y="4347284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DA4C54-48BC-DDD2-E948-6C08831B2590}"/>
              </a:ext>
            </a:extLst>
          </p:cNvPr>
          <p:cNvSpPr txBox="1"/>
          <p:nvPr/>
        </p:nvSpPr>
        <p:spPr>
          <a:xfrm>
            <a:off x="7129459" y="4882505"/>
            <a:ext cx="4057654" cy="744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검색부터 구매 약속까지 과정이 직관적이다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”</a:t>
            </a:r>
            <a:b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라는 사용자 피드백 다수 확보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F8F1F5D-8B84-233E-3C22-D491BD96372E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765D1C-E5A2-255E-9E07-C66C9FDE1B3C}"/>
              </a:ext>
            </a:extLst>
          </p:cNvPr>
          <p:cNvSpPr txBox="1"/>
          <p:nvPr/>
        </p:nvSpPr>
        <p:spPr>
          <a:xfrm>
            <a:off x="1276348" y="1112770"/>
            <a:ext cx="9116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성과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A80AD8-35DE-BC80-2585-53B459C17ADD}"/>
              </a:ext>
            </a:extLst>
          </p:cNvPr>
          <p:cNvSpPr txBox="1"/>
          <p:nvPr/>
        </p:nvSpPr>
        <p:spPr>
          <a:xfrm>
            <a:off x="1276346" y="647699"/>
            <a:ext cx="857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Teamie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012744B-BF47-5F5E-4351-7643E5F31536}"/>
              </a:ext>
            </a:extLst>
          </p:cNvPr>
          <p:cNvSpPr/>
          <p:nvPr/>
        </p:nvSpPr>
        <p:spPr>
          <a:xfrm>
            <a:off x="3790950" y="2190745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1077016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EB435-30DA-7313-E62D-2D4454BC7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12ECEB6-9027-2D5E-2CD1-C474E44EA0F0}"/>
              </a:ext>
            </a:extLst>
          </p:cNvPr>
          <p:cNvSpPr txBox="1"/>
          <p:nvPr/>
        </p:nvSpPr>
        <p:spPr>
          <a:xfrm>
            <a:off x="1719261" y="4762211"/>
            <a:ext cx="28098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정량적 성과</a:t>
            </a:r>
            <a:r>
              <a:rPr lang="en-US" altLang="ko-KR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수치</a:t>
            </a:r>
            <a:endParaRPr lang="ko-KR" altLang="en-US" sz="2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46742A-0E1A-284F-0B06-E32E255F7731}"/>
              </a:ext>
            </a:extLst>
          </p:cNvPr>
          <p:cNvSpPr txBox="1"/>
          <p:nvPr/>
        </p:nvSpPr>
        <p:spPr>
          <a:xfrm>
            <a:off x="1042986" y="5367753"/>
            <a:ext cx="28098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정량적 성과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수치 기반 성과 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D10F95-2232-2482-446C-0C4D26D72146}"/>
              </a:ext>
            </a:extLst>
          </p:cNvPr>
          <p:cNvSpPr txBox="1"/>
          <p:nvPr/>
        </p:nvSpPr>
        <p:spPr>
          <a:xfrm>
            <a:off x="7188991" y="4975337"/>
            <a:ext cx="39385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정성적 성과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참여자 또는 교수 피드백 인용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SNS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또는 커뮤니티 반응 등 간접적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평가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지표 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CC3CF46-0D28-CA26-74A5-B0F157D16C7F}"/>
              </a:ext>
            </a:extLst>
          </p:cNvPr>
          <p:cNvSpPr/>
          <p:nvPr/>
        </p:nvSpPr>
        <p:spPr>
          <a:xfrm>
            <a:off x="6853236" y="4347284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CDE6BDE-6D1E-00F9-4882-AD881BB79DE6}"/>
              </a:ext>
            </a:extLst>
          </p:cNvPr>
          <p:cNvSpPr/>
          <p:nvPr/>
        </p:nvSpPr>
        <p:spPr>
          <a:xfrm>
            <a:off x="819150" y="4347284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C760FF-87B3-7F71-E3B8-ABF9249B21D2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5F5CF6-A1B6-3CAD-5EE6-574CF2BA29B2}"/>
              </a:ext>
            </a:extLst>
          </p:cNvPr>
          <p:cNvSpPr txBox="1"/>
          <p:nvPr/>
        </p:nvSpPr>
        <p:spPr>
          <a:xfrm>
            <a:off x="1276348" y="1112770"/>
            <a:ext cx="9116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성과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38AFD5-3504-5468-D6C3-397C93D81DE5}"/>
              </a:ext>
            </a:extLst>
          </p:cNvPr>
          <p:cNvSpPr txBox="1"/>
          <p:nvPr/>
        </p:nvSpPr>
        <p:spPr>
          <a:xfrm>
            <a:off x="1276347" y="647699"/>
            <a:ext cx="7072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경험명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3A4032-E4EF-EEDF-5072-A14FC414BBD3}"/>
              </a:ext>
            </a:extLst>
          </p:cNvPr>
          <p:cNvSpPr txBox="1"/>
          <p:nvPr/>
        </p:nvSpPr>
        <p:spPr>
          <a:xfrm>
            <a:off x="1719261" y="2597508"/>
            <a:ext cx="28098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정량적 성과</a:t>
            </a:r>
            <a:r>
              <a:rPr lang="en-US" altLang="ko-KR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5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수치</a:t>
            </a:r>
            <a:endParaRPr lang="ko-KR" altLang="en-US" sz="2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6D51A3-BC3B-DAAB-2D7B-241D0FAB12EC}"/>
              </a:ext>
            </a:extLst>
          </p:cNvPr>
          <p:cNvSpPr txBox="1"/>
          <p:nvPr/>
        </p:nvSpPr>
        <p:spPr>
          <a:xfrm>
            <a:off x="1042986" y="3203050"/>
            <a:ext cx="28098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정량적 성과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수치 기반 성과 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5FBF763-CE4F-F2E3-BBAF-8471076C4C2F}"/>
              </a:ext>
            </a:extLst>
          </p:cNvPr>
          <p:cNvSpPr/>
          <p:nvPr/>
        </p:nvSpPr>
        <p:spPr>
          <a:xfrm>
            <a:off x="819150" y="2182581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A50EF-EA01-622A-F622-7C291EE6B157}"/>
              </a:ext>
            </a:extLst>
          </p:cNvPr>
          <p:cNvSpPr txBox="1"/>
          <p:nvPr/>
        </p:nvSpPr>
        <p:spPr>
          <a:xfrm>
            <a:off x="7188991" y="2810634"/>
            <a:ext cx="39385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정성적 성과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참여자 또는 교수 피드백 인용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SNS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또는 커뮤니티 반응 등 간접적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평가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지표 </a:t>
            </a:r>
            <a:r>
              <a:rPr lang="en-US" altLang="ko-KR" sz="15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9F20317-EB50-7CF6-16F6-09F3125EA289}"/>
              </a:ext>
            </a:extLst>
          </p:cNvPr>
          <p:cNvSpPr/>
          <p:nvPr/>
        </p:nvSpPr>
        <p:spPr>
          <a:xfrm>
            <a:off x="6853236" y="2182581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38078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E7387-95DF-2D59-C37E-82BA3BA2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81E0BD-9461-7323-16AD-50FCFA940251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83D43E-AE7A-C9E8-31CC-16B72F0A33D5}"/>
              </a:ext>
            </a:extLst>
          </p:cNvPr>
          <p:cNvSpPr txBox="1"/>
          <p:nvPr/>
        </p:nvSpPr>
        <p:spPr>
          <a:xfrm>
            <a:off x="1276348" y="1112770"/>
            <a:ext cx="9116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성과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6F05807-080C-486F-C1E5-FAFE7E36B72B}"/>
              </a:ext>
            </a:extLst>
          </p:cNvPr>
          <p:cNvSpPr/>
          <p:nvPr/>
        </p:nvSpPr>
        <p:spPr>
          <a:xfrm>
            <a:off x="819150" y="2182581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A8DE90A-4411-269D-B7C3-D763A8609A71}"/>
              </a:ext>
            </a:extLst>
          </p:cNvPr>
          <p:cNvSpPr/>
          <p:nvPr/>
        </p:nvSpPr>
        <p:spPr>
          <a:xfrm>
            <a:off x="6853236" y="2182581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393E53E-5DD2-6F42-D23C-8D2E23BD9372}"/>
              </a:ext>
            </a:extLst>
          </p:cNvPr>
          <p:cNvSpPr/>
          <p:nvPr/>
        </p:nvSpPr>
        <p:spPr>
          <a:xfrm>
            <a:off x="6853236" y="4347284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6020F-1D00-EDD2-EC7A-56595A0535C1}"/>
              </a:ext>
            </a:extLst>
          </p:cNvPr>
          <p:cNvSpPr txBox="1"/>
          <p:nvPr/>
        </p:nvSpPr>
        <p:spPr>
          <a:xfrm>
            <a:off x="1042986" y="5408573"/>
            <a:ext cx="290988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거래 </a:t>
            </a: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성사율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20% → 65%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 상승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0A8E5B-57E4-4A38-A965-088215D79F28}"/>
              </a:ext>
            </a:extLst>
          </p:cNvPr>
          <p:cNvSpPr txBox="1"/>
          <p:nvPr/>
        </p:nvSpPr>
        <p:spPr>
          <a:xfrm>
            <a:off x="1744097" y="4751326"/>
            <a:ext cx="262345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>
                <a:solidFill>
                  <a:srgbClr val="BEF2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20% -&gt; 65%</a:t>
            </a:r>
            <a:endParaRPr lang="ko-KR" altLang="en-US" sz="2500" dirty="0">
              <a:solidFill>
                <a:srgbClr val="BEF2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7BC7783-619C-8620-AA9C-80493FB42177}"/>
              </a:ext>
            </a:extLst>
          </p:cNvPr>
          <p:cNvSpPr/>
          <p:nvPr/>
        </p:nvSpPr>
        <p:spPr>
          <a:xfrm>
            <a:off x="819150" y="4347284"/>
            <a:ext cx="4610100" cy="1815391"/>
          </a:xfrm>
          <a:prstGeom prst="roundRect">
            <a:avLst>
              <a:gd name="adj" fmla="val 15237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C8AA2E-1982-B5CF-403D-D0D34BC08569}"/>
              </a:ext>
            </a:extLst>
          </p:cNvPr>
          <p:cNvSpPr txBox="1"/>
          <p:nvPr/>
        </p:nvSpPr>
        <p:spPr>
          <a:xfrm>
            <a:off x="7129459" y="4882505"/>
            <a:ext cx="4057654" cy="744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검색부터 구매 약속까지 과정이 직관적이다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”</a:t>
            </a:r>
            <a:b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라는 사용자 피드백 다수 확보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8D3B2E-7FB6-D968-207D-4DCE83934AE0}"/>
              </a:ext>
            </a:extLst>
          </p:cNvPr>
          <p:cNvSpPr txBox="1"/>
          <p:nvPr/>
        </p:nvSpPr>
        <p:spPr>
          <a:xfrm>
            <a:off x="1042986" y="3238013"/>
            <a:ext cx="41624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리뉴얼 전 대비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DAU(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일간 활성 사용자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150%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증가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B76389-2C25-2E55-5220-0B2F509E4D1B}"/>
              </a:ext>
            </a:extLst>
          </p:cNvPr>
          <p:cNvSpPr txBox="1"/>
          <p:nvPr/>
        </p:nvSpPr>
        <p:spPr>
          <a:xfrm>
            <a:off x="2516980" y="2583487"/>
            <a:ext cx="121444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>
                <a:solidFill>
                  <a:srgbClr val="BEF2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150%</a:t>
            </a:r>
            <a:endParaRPr lang="ko-KR" altLang="en-US" sz="2500" dirty="0">
              <a:solidFill>
                <a:srgbClr val="BEF2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29300B-026C-9035-87C9-17242574A4CA}"/>
              </a:ext>
            </a:extLst>
          </p:cNvPr>
          <p:cNvSpPr txBox="1"/>
          <p:nvPr/>
        </p:nvSpPr>
        <p:spPr>
          <a:xfrm>
            <a:off x="7127080" y="2890926"/>
            <a:ext cx="4057654" cy="398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교내 창업 경진대회 대상 수상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142367-7D79-F34B-E623-10A26980F566}"/>
              </a:ext>
            </a:extLst>
          </p:cNvPr>
          <p:cNvSpPr txBox="1"/>
          <p:nvPr/>
        </p:nvSpPr>
        <p:spPr>
          <a:xfrm>
            <a:off x="1276346" y="647699"/>
            <a:ext cx="857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Teamie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4430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E647B-256F-0275-253F-B9FCDFC89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844103E-DFC4-DA89-C667-59FF74290179}"/>
              </a:ext>
            </a:extLst>
          </p:cNvPr>
          <p:cNvSpPr/>
          <p:nvPr/>
        </p:nvSpPr>
        <p:spPr>
          <a:xfrm>
            <a:off x="1009650" y="2438054"/>
            <a:ext cx="3686175" cy="36106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2D02C-1D81-BDA8-33AC-BF239C05CBA4}"/>
              </a:ext>
            </a:extLst>
          </p:cNvPr>
          <p:cNvSpPr txBox="1"/>
          <p:nvPr/>
        </p:nvSpPr>
        <p:spPr>
          <a:xfrm>
            <a:off x="2185986" y="4081802"/>
            <a:ext cx="1333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산출물 이미지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BFD2041-9EB3-62E4-9060-FF664780FC52}"/>
              </a:ext>
            </a:extLst>
          </p:cNvPr>
          <p:cNvSpPr/>
          <p:nvPr/>
        </p:nvSpPr>
        <p:spPr>
          <a:xfrm>
            <a:off x="819149" y="2276474"/>
            <a:ext cx="10429876" cy="3933825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1C446D-8127-4D53-2157-005166AFB2EE}"/>
              </a:ext>
            </a:extLst>
          </p:cNvPr>
          <p:cNvCxnSpPr/>
          <p:nvPr/>
        </p:nvCxnSpPr>
        <p:spPr>
          <a:xfrm>
            <a:off x="4943475" y="2276474"/>
            <a:ext cx="0" cy="3933825"/>
          </a:xfrm>
          <a:prstGeom prst="line">
            <a:avLst/>
          </a:prstGeom>
          <a:ln>
            <a:solidFill>
              <a:srgbClr val="5060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064699E-1069-A14F-A290-3CA0E4CBC4D1}"/>
              </a:ext>
            </a:extLst>
          </p:cNvPr>
          <p:cNvSpPr txBox="1"/>
          <p:nvPr/>
        </p:nvSpPr>
        <p:spPr>
          <a:xfrm>
            <a:off x="5319711" y="2662653"/>
            <a:ext cx="2462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lang="ko-KR" altLang="en-US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큰 업무 카테고리</a:t>
            </a:r>
            <a:r>
              <a:rPr lang="en-US" altLang="ko-KR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</a:t>
            </a:r>
            <a:endParaRPr lang="ko-KR" altLang="en-US" sz="2000" dirty="0">
              <a:solidFill>
                <a:srgbClr val="FF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1ABB48-C1B7-AF4A-9868-45DADD08B5DF}"/>
              </a:ext>
            </a:extLst>
          </p:cNvPr>
          <p:cNvSpPr txBox="1"/>
          <p:nvPr/>
        </p:nvSpPr>
        <p:spPr>
          <a:xfrm>
            <a:off x="5319711" y="3179215"/>
            <a:ext cx="1414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세부 업무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82D432-6BF6-7AF0-DF23-C64B39D00FDE}"/>
              </a:ext>
            </a:extLst>
          </p:cNvPr>
          <p:cNvSpPr txBox="1"/>
          <p:nvPr/>
        </p:nvSpPr>
        <p:spPr>
          <a:xfrm>
            <a:off x="5319711" y="3510075"/>
            <a:ext cx="1414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세부 업무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829F489-C21E-F27C-799C-DA2A3311D481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BE5038-FC69-E8DB-3C1F-81ECE39026E8}"/>
              </a:ext>
            </a:extLst>
          </p:cNvPr>
          <p:cNvSpPr txBox="1"/>
          <p:nvPr/>
        </p:nvSpPr>
        <p:spPr>
          <a:xfrm>
            <a:off x="1276348" y="1112770"/>
            <a:ext cx="1532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담당업무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42E337-C0B6-A2AD-07CF-15C922C50515}"/>
              </a:ext>
            </a:extLst>
          </p:cNvPr>
          <p:cNvSpPr txBox="1"/>
          <p:nvPr/>
        </p:nvSpPr>
        <p:spPr>
          <a:xfrm>
            <a:off x="1276347" y="647699"/>
            <a:ext cx="7072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경험명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309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85C34-1EB4-1FBC-FC41-A301D87AA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434671B-F33A-6C52-F326-8C950D9F670C}"/>
              </a:ext>
            </a:extLst>
          </p:cNvPr>
          <p:cNvSpPr/>
          <p:nvPr/>
        </p:nvSpPr>
        <p:spPr>
          <a:xfrm>
            <a:off x="1009650" y="2438054"/>
            <a:ext cx="3686175" cy="36106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20EE4A-2C6B-2D67-9AE4-80AFD65ED13B}"/>
              </a:ext>
            </a:extLst>
          </p:cNvPr>
          <p:cNvSpPr txBox="1"/>
          <p:nvPr/>
        </p:nvSpPr>
        <p:spPr>
          <a:xfrm>
            <a:off x="2185986" y="4081802"/>
            <a:ext cx="1333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산출물 이미지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E91AD4F-4080-0C9D-826E-EFC246F661A3}"/>
              </a:ext>
            </a:extLst>
          </p:cNvPr>
          <p:cNvSpPr/>
          <p:nvPr/>
        </p:nvSpPr>
        <p:spPr>
          <a:xfrm>
            <a:off x="819149" y="2276474"/>
            <a:ext cx="10429876" cy="3933825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5722BBC-78D2-BA14-10B8-E6619108C0E7}"/>
              </a:ext>
            </a:extLst>
          </p:cNvPr>
          <p:cNvCxnSpPr/>
          <p:nvPr/>
        </p:nvCxnSpPr>
        <p:spPr>
          <a:xfrm>
            <a:off x="4943475" y="2276474"/>
            <a:ext cx="0" cy="3933825"/>
          </a:xfrm>
          <a:prstGeom prst="line">
            <a:avLst/>
          </a:prstGeom>
          <a:ln>
            <a:solidFill>
              <a:srgbClr val="5060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426760A-3A47-3CB0-591C-0B1B03A4F5D7}"/>
              </a:ext>
            </a:extLst>
          </p:cNvPr>
          <p:cNvSpPr txBox="1"/>
          <p:nvPr/>
        </p:nvSpPr>
        <p:spPr>
          <a:xfrm>
            <a:off x="5319711" y="2662653"/>
            <a:ext cx="3748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사용자 리서치 및 문제 정의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</a:t>
            </a:r>
            <a:endParaRPr lang="ko-KR" alt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C8F63B-1BE0-211A-F26E-973C15E4E835}"/>
              </a:ext>
            </a:extLst>
          </p:cNvPr>
          <p:cNvSpPr txBox="1"/>
          <p:nvPr/>
        </p:nvSpPr>
        <p:spPr>
          <a:xfrm>
            <a:off x="5319711" y="3119706"/>
            <a:ext cx="5319713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기존 커뮤니티 이용자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명 대상 심층 인터뷰를 통해 핵심 이탈 요인 도출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9136D0-8C7F-F963-4C7B-D1763E5EC1B7}"/>
              </a:ext>
            </a:extLst>
          </p:cNvPr>
          <p:cNvSpPr txBox="1"/>
          <p:nvPr/>
        </p:nvSpPr>
        <p:spPr>
          <a:xfrm>
            <a:off x="5319711" y="3461523"/>
            <a:ext cx="5319707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판매자와 구매자의 행동 패턴을 분석한 데이터 기반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페르소나 수립 및 여정 지도 설계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6F368A-0CF5-2F1F-E96F-20AD29BFD79D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8FACC2-76A5-29D0-FE32-43F679F2A63F}"/>
              </a:ext>
            </a:extLst>
          </p:cNvPr>
          <p:cNvSpPr txBox="1"/>
          <p:nvPr/>
        </p:nvSpPr>
        <p:spPr>
          <a:xfrm>
            <a:off x="1276348" y="1112770"/>
            <a:ext cx="1532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담당업무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4393E8-DE8F-68D0-2D37-5E0103FDDA9B}"/>
              </a:ext>
            </a:extLst>
          </p:cNvPr>
          <p:cNvSpPr txBox="1"/>
          <p:nvPr/>
        </p:nvSpPr>
        <p:spPr>
          <a:xfrm>
            <a:off x="1276346" y="647699"/>
            <a:ext cx="857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Teamie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6228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D3B4D-9E95-A01B-3844-263F446B8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E36EB20-106E-01F1-CE09-4EA367342F19}"/>
              </a:ext>
            </a:extLst>
          </p:cNvPr>
          <p:cNvSpPr/>
          <p:nvPr/>
        </p:nvSpPr>
        <p:spPr>
          <a:xfrm>
            <a:off x="1009650" y="2144136"/>
            <a:ext cx="4638675" cy="13344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96F41B-D28D-EED9-576C-72135756D60A}"/>
              </a:ext>
            </a:extLst>
          </p:cNvPr>
          <p:cNvSpPr txBox="1"/>
          <p:nvPr/>
        </p:nvSpPr>
        <p:spPr>
          <a:xfrm>
            <a:off x="2657473" y="2649774"/>
            <a:ext cx="1333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산출물 이미지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FB2B8E6-8F60-DC7F-B4C3-F9302821E02F}"/>
              </a:ext>
            </a:extLst>
          </p:cNvPr>
          <p:cNvSpPr/>
          <p:nvPr/>
        </p:nvSpPr>
        <p:spPr>
          <a:xfrm>
            <a:off x="819149" y="1982556"/>
            <a:ext cx="5010151" cy="4227744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AEC64A-99C5-D672-BD66-D00AA41300F6}"/>
              </a:ext>
            </a:extLst>
          </p:cNvPr>
          <p:cNvSpPr txBox="1"/>
          <p:nvPr/>
        </p:nvSpPr>
        <p:spPr>
          <a:xfrm>
            <a:off x="1009650" y="4255486"/>
            <a:ext cx="1414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세부 업무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A930F6-18B1-EF60-8E1D-B944038CF01A}"/>
              </a:ext>
            </a:extLst>
          </p:cNvPr>
          <p:cNvSpPr txBox="1"/>
          <p:nvPr/>
        </p:nvSpPr>
        <p:spPr>
          <a:xfrm>
            <a:off x="1009650" y="4566884"/>
            <a:ext cx="1414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세부 업무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121A2E6-6CC6-9062-1422-F6F6A2EB7FB0}"/>
              </a:ext>
            </a:extLst>
          </p:cNvPr>
          <p:cNvSpPr/>
          <p:nvPr/>
        </p:nvSpPr>
        <p:spPr>
          <a:xfrm>
            <a:off x="6553203" y="2144136"/>
            <a:ext cx="4638675" cy="13344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9B033C-059E-3227-5B3B-F93CCB55EBF7}"/>
              </a:ext>
            </a:extLst>
          </p:cNvPr>
          <p:cNvSpPr txBox="1"/>
          <p:nvPr/>
        </p:nvSpPr>
        <p:spPr>
          <a:xfrm>
            <a:off x="8201026" y="2649774"/>
            <a:ext cx="1333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산출물 이미지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85EB938-184A-AC72-BF46-E7A89BBA13FE}"/>
              </a:ext>
            </a:extLst>
          </p:cNvPr>
          <p:cNvSpPr/>
          <p:nvPr/>
        </p:nvSpPr>
        <p:spPr>
          <a:xfrm>
            <a:off x="6362702" y="1982556"/>
            <a:ext cx="5010151" cy="4227744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5C59B7-D463-89F8-6574-C1CB2CF88366}"/>
              </a:ext>
            </a:extLst>
          </p:cNvPr>
          <p:cNvSpPr txBox="1"/>
          <p:nvPr/>
        </p:nvSpPr>
        <p:spPr>
          <a:xfrm>
            <a:off x="6553203" y="4255486"/>
            <a:ext cx="1414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세부 업무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652EBC-6CD0-C4D8-CADA-ABC96025AFA1}"/>
              </a:ext>
            </a:extLst>
          </p:cNvPr>
          <p:cNvSpPr txBox="1"/>
          <p:nvPr/>
        </p:nvSpPr>
        <p:spPr>
          <a:xfrm>
            <a:off x="6553203" y="4566884"/>
            <a:ext cx="1414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세부 업무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1BB6FF1-15B9-906A-AE60-B68D0AABD1E1}"/>
              </a:ext>
            </a:extLst>
          </p:cNvPr>
          <p:cNvCxnSpPr>
            <a:cxnSpLocks/>
          </p:cNvCxnSpPr>
          <p:nvPr/>
        </p:nvCxnSpPr>
        <p:spPr>
          <a:xfrm>
            <a:off x="819149" y="4075338"/>
            <a:ext cx="5010151" cy="0"/>
          </a:xfrm>
          <a:prstGeom prst="line">
            <a:avLst/>
          </a:prstGeom>
          <a:ln>
            <a:solidFill>
              <a:srgbClr val="5060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4A38512-3577-C296-C66A-21BFCB193CE5}"/>
              </a:ext>
            </a:extLst>
          </p:cNvPr>
          <p:cNvSpPr txBox="1"/>
          <p:nvPr/>
        </p:nvSpPr>
        <p:spPr>
          <a:xfrm>
            <a:off x="1009650" y="3560605"/>
            <a:ext cx="2771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lang="ko-KR" altLang="en-US" sz="2000" b="1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큰 업무 카테고리 </a:t>
            </a:r>
            <a:r>
              <a:rPr lang="en-US" altLang="ko-KR" sz="2000" b="1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</a:t>
            </a:r>
            <a:r>
              <a:rPr lang="en-US" altLang="ko-KR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</a:t>
            </a:r>
            <a:endParaRPr lang="ko-KR" altLang="en-US" sz="2000" dirty="0">
              <a:solidFill>
                <a:srgbClr val="FF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CC2FE40-4FF4-4AE3-BC23-D5F3F09A6147}"/>
              </a:ext>
            </a:extLst>
          </p:cNvPr>
          <p:cNvCxnSpPr>
            <a:cxnSpLocks/>
          </p:cNvCxnSpPr>
          <p:nvPr/>
        </p:nvCxnSpPr>
        <p:spPr>
          <a:xfrm>
            <a:off x="6362702" y="4075338"/>
            <a:ext cx="5010151" cy="0"/>
          </a:xfrm>
          <a:prstGeom prst="line">
            <a:avLst/>
          </a:prstGeom>
          <a:ln>
            <a:solidFill>
              <a:srgbClr val="5060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818645-5C02-5FDE-CA44-811F81F987DE}"/>
              </a:ext>
            </a:extLst>
          </p:cNvPr>
          <p:cNvSpPr txBox="1"/>
          <p:nvPr/>
        </p:nvSpPr>
        <p:spPr>
          <a:xfrm>
            <a:off x="6553203" y="3560605"/>
            <a:ext cx="2781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lang="ko-KR" altLang="en-US" sz="2000" b="1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큰 업무 카테고리 </a:t>
            </a:r>
            <a:r>
              <a:rPr lang="en-US" altLang="ko-KR" sz="2000" b="1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2]</a:t>
            </a:r>
            <a:endParaRPr lang="ko-KR" altLang="en-US" sz="2000" dirty="0">
              <a:solidFill>
                <a:srgbClr val="FF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8378A1A-C73A-B078-9A29-19E23788100D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B8E39E-ACB6-B61C-B1DF-55D52D1E0DFA}"/>
              </a:ext>
            </a:extLst>
          </p:cNvPr>
          <p:cNvSpPr txBox="1"/>
          <p:nvPr/>
        </p:nvSpPr>
        <p:spPr>
          <a:xfrm>
            <a:off x="1276348" y="1112770"/>
            <a:ext cx="1532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담당업무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2F9B1A-B8F3-1487-4A32-E6EF264E1667}"/>
              </a:ext>
            </a:extLst>
          </p:cNvPr>
          <p:cNvSpPr txBox="1"/>
          <p:nvPr/>
        </p:nvSpPr>
        <p:spPr>
          <a:xfrm>
            <a:off x="1276347" y="647699"/>
            <a:ext cx="7072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경험명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7473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54244-66C1-9581-7B49-90E15B5B1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2D5F5A4-2598-BF9A-92DB-B46B3F167BB5}"/>
              </a:ext>
            </a:extLst>
          </p:cNvPr>
          <p:cNvSpPr/>
          <p:nvPr/>
        </p:nvSpPr>
        <p:spPr>
          <a:xfrm>
            <a:off x="1009650" y="2144136"/>
            <a:ext cx="4638675" cy="13344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3F556-4DE4-F632-542F-722C5C4B95FC}"/>
              </a:ext>
            </a:extLst>
          </p:cNvPr>
          <p:cNvSpPr txBox="1"/>
          <p:nvPr/>
        </p:nvSpPr>
        <p:spPr>
          <a:xfrm>
            <a:off x="2657473" y="2649774"/>
            <a:ext cx="1333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산출물 이미지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589D038-418D-BDBB-8BB2-24643615F32C}"/>
              </a:ext>
            </a:extLst>
          </p:cNvPr>
          <p:cNvSpPr/>
          <p:nvPr/>
        </p:nvSpPr>
        <p:spPr>
          <a:xfrm>
            <a:off x="819149" y="1982556"/>
            <a:ext cx="5010151" cy="4227744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115E26-FD05-5FDF-3B90-E95DE9375A1F}"/>
              </a:ext>
            </a:extLst>
          </p:cNvPr>
          <p:cNvSpPr/>
          <p:nvPr/>
        </p:nvSpPr>
        <p:spPr>
          <a:xfrm>
            <a:off x="6553203" y="2144136"/>
            <a:ext cx="4638675" cy="13344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958DEE-6E06-73DA-6C47-6E5FEBD02773}"/>
              </a:ext>
            </a:extLst>
          </p:cNvPr>
          <p:cNvSpPr txBox="1"/>
          <p:nvPr/>
        </p:nvSpPr>
        <p:spPr>
          <a:xfrm>
            <a:off x="8201026" y="2649774"/>
            <a:ext cx="1333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산출물 이미지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F261771-B142-D27A-57B8-1ED47D7836D7}"/>
              </a:ext>
            </a:extLst>
          </p:cNvPr>
          <p:cNvSpPr/>
          <p:nvPr/>
        </p:nvSpPr>
        <p:spPr>
          <a:xfrm>
            <a:off x="6362702" y="1982556"/>
            <a:ext cx="5010151" cy="4227744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5232839-1741-A1F9-D887-458238B66154}"/>
              </a:ext>
            </a:extLst>
          </p:cNvPr>
          <p:cNvCxnSpPr>
            <a:cxnSpLocks/>
          </p:cNvCxnSpPr>
          <p:nvPr/>
        </p:nvCxnSpPr>
        <p:spPr>
          <a:xfrm>
            <a:off x="819149" y="4075338"/>
            <a:ext cx="5010151" cy="0"/>
          </a:xfrm>
          <a:prstGeom prst="line">
            <a:avLst/>
          </a:prstGeom>
          <a:ln>
            <a:solidFill>
              <a:srgbClr val="5060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AB412B0-3ECD-52DA-28D6-C482E0DC8CA9}"/>
              </a:ext>
            </a:extLst>
          </p:cNvPr>
          <p:cNvSpPr txBox="1"/>
          <p:nvPr/>
        </p:nvSpPr>
        <p:spPr>
          <a:xfrm>
            <a:off x="1009650" y="3560605"/>
            <a:ext cx="298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lang="ko-KR" altLang="en-US" sz="20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사용자 리서치 및 문제 정의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</a:t>
            </a:r>
            <a:endParaRPr lang="ko-KR" alt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51CD8E7-A4C0-D815-921F-007ACD39226B}"/>
              </a:ext>
            </a:extLst>
          </p:cNvPr>
          <p:cNvCxnSpPr>
            <a:cxnSpLocks/>
          </p:cNvCxnSpPr>
          <p:nvPr/>
        </p:nvCxnSpPr>
        <p:spPr>
          <a:xfrm>
            <a:off x="6362702" y="4075338"/>
            <a:ext cx="5010151" cy="0"/>
          </a:xfrm>
          <a:prstGeom prst="line">
            <a:avLst/>
          </a:prstGeom>
          <a:ln>
            <a:solidFill>
              <a:srgbClr val="5060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DF98F96-DE79-3B7F-7641-A6F59067B670}"/>
              </a:ext>
            </a:extLst>
          </p:cNvPr>
          <p:cNvSpPr txBox="1"/>
          <p:nvPr/>
        </p:nvSpPr>
        <p:spPr>
          <a:xfrm>
            <a:off x="6553203" y="3560605"/>
            <a:ext cx="2781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lang="ko-KR" altLang="en-US" sz="20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서비스 기획 및 </a:t>
            </a:r>
            <a:r>
              <a:rPr lang="en-US" altLang="ko-KR" sz="20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UX </a:t>
            </a:r>
            <a:r>
              <a:rPr lang="ko-KR" altLang="en-US" sz="20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설계</a:t>
            </a:r>
            <a:r>
              <a:rPr lang="en-US" altLang="ko-KR" sz="20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</a:t>
            </a:r>
            <a:endParaRPr lang="ko-KR" alt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FE8AA08-790E-2F1B-9BA7-00EB60B94EBE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56A148-A152-8D85-B5E8-9C4F51422180}"/>
              </a:ext>
            </a:extLst>
          </p:cNvPr>
          <p:cNvSpPr txBox="1"/>
          <p:nvPr/>
        </p:nvSpPr>
        <p:spPr>
          <a:xfrm>
            <a:off x="1276348" y="1112770"/>
            <a:ext cx="1532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담당업무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E7FE13-C348-4573-F1B7-3D760D683A9C}"/>
              </a:ext>
            </a:extLst>
          </p:cNvPr>
          <p:cNvSpPr txBox="1"/>
          <p:nvPr/>
        </p:nvSpPr>
        <p:spPr>
          <a:xfrm>
            <a:off x="1276346" y="647699"/>
            <a:ext cx="857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Teamie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1874E-38A6-0193-5075-8708E2ACEDC1}"/>
              </a:ext>
            </a:extLst>
          </p:cNvPr>
          <p:cNvSpPr txBox="1"/>
          <p:nvPr/>
        </p:nvSpPr>
        <p:spPr>
          <a:xfrm>
            <a:off x="1009651" y="4198338"/>
            <a:ext cx="4638675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기존 커뮤니티 이용자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명 대상 심층 인터뷰를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통해 핵심 이탈 요인 도출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5A7076-7C35-123D-EEF4-5E324BB47C69}"/>
              </a:ext>
            </a:extLst>
          </p:cNvPr>
          <p:cNvSpPr txBox="1"/>
          <p:nvPr/>
        </p:nvSpPr>
        <p:spPr>
          <a:xfrm>
            <a:off x="1009652" y="4576990"/>
            <a:ext cx="4638674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판매자와 구매자의 행동 패턴을 분석한 데이터 기반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페르소나 수립 및 여정 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지도 설계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7C57DF-2D43-8B4A-231F-3AA2AF393B49}"/>
              </a:ext>
            </a:extLst>
          </p:cNvPr>
          <p:cNvSpPr txBox="1"/>
          <p:nvPr/>
        </p:nvSpPr>
        <p:spPr>
          <a:xfrm>
            <a:off x="6553204" y="4198338"/>
            <a:ext cx="4629148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거래 절차를 기존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단계에서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검색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채팅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거래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단축하는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와이어프레임 및 스토리보드 작성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BD5EA2-133D-D562-64AB-DB7331283023}"/>
              </a:ext>
            </a:extLst>
          </p:cNvPr>
          <p:cNvSpPr txBox="1"/>
          <p:nvPr/>
        </p:nvSpPr>
        <p:spPr>
          <a:xfrm>
            <a:off x="6553204" y="4851533"/>
            <a:ext cx="4638675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불필요한 채팅 소요를 줄이기 위해 시스템이 가격을 자동 수락하는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스마트 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</a:t>
            </a:r>
            <a:r>
              <a:rPr lang="ko-KR" altLang="en-US" sz="1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오퍼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기능 기획</a:t>
            </a:r>
          </a:p>
        </p:txBody>
      </p:sp>
    </p:spTree>
    <p:extLst>
      <p:ext uri="{BB962C8B-B14F-4D97-AF65-F5344CB8AC3E}">
        <p14:creationId xmlns:p14="http://schemas.microsoft.com/office/powerpoint/2010/main" val="2128793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26DB-C6E8-A114-F7AA-B3C71F9A5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FBFF036-FE9F-B596-2B33-DD94CCEA094D}"/>
              </a:ext>
            </a:extLst>
          </p:cNvPr>
          <p:cNvSpPr/>
          <p:nvPr/>
        </p:nvSpPr>
        <p:spPr>
          <a:xfrm>
            <a:off x="819149" y="1982559"/>
            <a:ext cx="3393621" cy="4227741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B93C08-B89E-DE59-CD4A-1D61245D0175}"/>
              </a:ext>
            </a:extLst>
          </p:cNvPr>
          <p:cNvSpPr txBox="1"/>
          <p:nvPr/>
        </p:nvSpPr>
        <p:spPr>
          <a:xfrm>
            <a:off x="1009650" y="4224196"/>
            <a:ext cx="1414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세부 업무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447099-9AF6-78DD-C6E7-5C26683DA866}"/>
              </a:ext>
            </a:extLst>
          </p:cNvPr>
          <p:cNvSpPr txBox="1"/>
          <p:nvPr/>
        </p:nvSpPr>
        <p:spPr>
          <a:xfrm>
            <a:off x="1009650" y="4535594"/>
            <a:ext cx="1414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세부 업무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7CC35D7-858D-328D-21BA-94925DF16E1B}"/>
              </a:ext>
            </a:extLst>
          </p:cNvPr>
          <p:cNvCxnSpPr>
            <a:cxnSpLocks/>
          </p:cNvCxnSpPr>
          <p:nvPr/>
        </p:nvCxnSpPr>
        <p:spPr>
          <a:xfrm>
            <a:off x="819149" y="4059014"/>
            <a:ext cx="3393621" cy="0"/>
          </a:xfrm>
          <a:prstGeom prst="line">
            <a:avLst/>
          </a:prstGeom>
          <a:ln>
            <a:solidFill>
              <a:srgbClr val="5060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E68283F-9A6A-070A-31F1-09C5FED1ACA2}"/>
              </a:ext>
            </a:extLst>
          </p:cNvPr>
          <p:cNvSpPr txBox="1"/>
          <p:nvPr/>
        </p:nvSpPr>
        <p:spPr>
          <a:xfrm>
            <a:off x="1009650" y="3555146"/>
            <a:ext cx="2771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lang="ko-KR" altLang="en-US" sz="2000" b="1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큰 업무 카테고리 </a:t>
            </a:r>
            <a:r>
              <a:rPr lang="en-US" altLang="ko-KR" sz="2000" b="1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</a:t>
            </a:r>
            <a:r>
              <a:rPr lang="en-US" altLang="ko-KR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</a:t>
            </a:r>
            <a:endParaRPr lang="ko-KR" altLang="en-US" sz="2000" dirty="0">
              <a:solidFill>
                <a:srgbClr val="FF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018F751-8773-E4BA-B42B-1C662F5613B7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32182F-C409-F419-CC9B-FF5FAF3C442E}"/>
              </a:ext>
            </a:extLst>
          </p:cNvPr>
          <p:cNvSpPr txBox="1"/>
          <p:nvPr/>
        </p:nvSpPr>
        <p:spPr>
          <a:xfrm>
            <a:off x="1276348" y="1112770"/>
            <a:ext cx="1532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담당업무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19B59D-5368-BE4B-14EC-DEFFAB938B00}"/>
              </a:ext>
            </a:extLst>
          </p:cNvPr>
          <p:cNvSpPr txBox="1"/>
          <p:nvPr/>
        </p:nvSpPr>
        <p:spPr>
          <a:xfrm>
            <a:off x="1276347" y="647699"/>
            <a:ext cx="7072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경험명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B6074F7-5D7E-2F5B-0CD8-F7A2D9BB5C78}"/>
              </a:ext>
            </a:extLst>
          </p:cNvPr>
          <p:cNvSpPr/>
          <p:nvPr/>
        </p:nvSpPr>
        <p:spPr>
          <a:xfrm>
            <a:off x="4399189" y="1982559"/>
            <a:ext cx="3393621" cy="4227741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9E96EA-40CB-062E-F320-A8DAB02476AF}"/>
              </a:ext>
            </a:extLst>
          </p:cNvPr>
          <p:cNvSpPr txBox="1"/>
          <p:nvPr/>
        </p:nvSpPr>
        <p:spPr>
          <a:xfrm>
            <a:off x="4599215" y="4224196"/>
            <a:ext cx="1414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세부 업무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C2C980-6F19-27EE-55AB-8E7C47425C10}"/>
              </a:ext>
            </a:extLst>
          </p:cNvPr>
          <p:cNvSpPr txBox="1"/>
          <p:nvPr/>
        </p:nvSpPr>
        <p:spPr>
          <a:xfrm>
            <a:off x="4599215" y="4535594"/>
            <a:ext cx="1414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세부 업무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883AE1F-68F4-F115-136B-6A13B168BCA3}"/>
              </a:ext>
            </a:extLst>
          </p:cNvPr>
          <p:cNvCxnSpPr>
            <a:cxnSpLocks/>
          </p:cNvCxnSpPr>
          <p:nvPr/>
        </p:nvCxnSpPr>
        <p:spPr>
          <a:xfrm>
            <a:off x="4408714" y="4059014"/>
            <a:ext cx="3393621" cy="0"/>
          </a:xfrm>
          <a:prstGeom prst="line">
            <a:avLst/>
          </a:prstGeom>
          <a:ln>
            <a:solidFill>
              <a:srgbClr val="5060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03E54A0-E3CC-73A7-E3C6-86592AE824E9}"/>
              </a:ext>
            </a:extLst>
          </p:cNvPr>
          <p:cNvSpPr txBox="1"/>
          <p:nvPr/>
        </p:nvSpPr>
        <p:spPr>
          <a:xfrm>
            <a:off x="4599215" y="3555146"/>
            <a:ext cx="2771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lang="ko-KR" altLang="en-US" sz="2000" b="1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큰 업무 카테고리 </a:t>
            </a:r>
            <a:r>
              <a:rPr lang="en-US" altLang="ko-KR" sz="2000" b="1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</a:t>
            </a:r>
            <a:r>
              <a:rPr lang="en-US" altLang="ko-KR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</a:t>
            </a:r>
            <a:endParaRPr lang="ko-KR" altLang="en-US" sz="2000" dirty="0">
              <a:solidFill>
                <a:srgbClr val="FF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52CEFD1-D551-FCB0-AB13-35990504E7FC}"/>
              </a:ext>
            </a:extLst>
          </p:cNvPr>
          <p:cNvSpPr/>
          <p:nvPr/>
        </p:nvSpPr>
        <p:spPr>
          <a:xfrm>
            <a:off x="7979229" y="1982559"/>
            <a:ext cx="3393621" cy="4227741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F221FE-36A4-9AB3-C1B6-22054DD50A4C}"/>
              </a:ext>
            </a:extLst>
          </p:cNvPr>
          <p:cNvSpPr txBox="1"/>
          <p:nvPr/>
        </p:nvSpPr>
        <p:spPr>
          <a:xfrm>
            <a:off x="8179255" y="4224196"/>
            <a:ext cx="1414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세부 업무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035F0A-F4B1-CCDC-4A74-2BADA83A54FC}"/>
              </a:ext>
            </a:extLst>
          </p:cNvPr>
          <p:cNvSpPr txBox="1"/>
          <p:nvPr/>
        </p:nvSpPr>
        <p:spPr>
          <a:xfrm>
            <a:off x="8179255" y="4535594"/>
            <a:ext cx="1414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세부 업무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FFD3E97A-C8AF-50CE-3354-144A26E87EC1}"/>
              </a:ext>
            </a:extLst>
          </p:cNvPr>
          <p:cNvCxnSpPr>
            <a:cxnSpLocks/>
          </p:cNvCxnSpPr>
          <p:nvPr/>
        </p:nvCxnSpPr>
        <p:spPr>
          <a:xfrm>
            <a:off x="7988754" y="4059014"/>
            <a:ext cx="3393621" cy="0"/>
          </a:xfrm>
          <a:prstGeom prst="line">
            <a:avLst/>
          </a:prstGeom>
          <a:ln>
            <a:solidFill>
              <a:srgbClr val="5060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9C90659-8C9C-A01D-FD06-ACA2492B2669}"/>
              </a:ext>
            </a:extLst>
          </p:cNvPr>
          <p:cNvSpPr txBox="1"/>
          <p:nvPr/>
        </p:nvSpPr>
        <p:spPr>
          <a:xfrm>
            <a:off x="8179255" y="3555146"/>
            <a:ext cx="2771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lang="ko-KR" altLang="en-US" sz="2000" b="1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큰 업무 카테고리 </a:t>
            </a:r>
            <a:r>
              <a:rPr lang="en-US" altLang="ko-KR" sz="2000" b="1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</a:t>
            </a:r>
            <a:r>
              <a:rPr lang="en-US" altLang="ko-KR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</a:t>
            </a:r>
            <a:endParaRPr lang="ko-KR" altLang="en-US" sz="2000" dirty="0">
              <a:solidFill>
                <a:srgbClr val="FF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87AB9E7-36C6-07A8-DAF5-C82CAF836286}"/>
              </a:ext>
            </a:extLst>
          </p:cNvPr>
          <p:cNvSpPr/>
          <p:nvPr/>
        </p:nvSpPr>
        <p:spPr>
          <a:xfrm>
            <a:off x="990598" y="2132339"/>
            <a:ext cx="3072493" cy="13344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904E8A-213B-3263-2E0A-C15BDBAEED4E}"/>
              </a:ext>
            </a:extLst>
          </p:cNvPr>
          <p:cNvSpPr txBox="1"/>
          <p:nvPr/>
        </p:nvSpPr>
        <p:spPr>
          <a:xfrm>
            <a:off x="1860093" y="2637977"/>
            <a:ext cx="1333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산출물 이미지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286EC8D-55D3-B9CC-3855-D50E366ED856}"/>
              </a:ext>
            </a:extLst>
          </p:cNvPr>
          <p:cNvSpPr/>
          <p:nvPr/>
        </p:nvSpPr>
        <p:spPr>
          <a:xfrm>
            <a:off x="4559753" y="2132339"/>
            <a:ext cx="3072493" cy="13344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D64871-F8DD-2062-24F8-62D3F1B5BE3A}"/>
              </a:ext>
            </a:extLst>
          </p:cNvPr>
          <p:cNvSpPr txBox="1"/>
          <p:nvPr/>
        </p:nvSpPr>
        <p:spPr>
          <a:xfrm>
            <a:off x="5429248" y="2637977"/>
            <a:ext cx="1333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산출물 이미지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632EB77-D238-F63B-1ABA-5537F86182FD}"/>
              </a:ext>
            </a:extLst>
          </p:cNvPr>
          <p:cNvSpPr/>
          <p:nvPr/>
        </p:nvSpPr>
        <p:spPr>
          <a:xfrm>
            <a:off x="8128909" y="2132339"/>
            <a:ext cx="3072493" cy="13344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7085A3-2901-2EF1-CA25-6A2FD6BD51A2}"/>
              </a:ext>
            </a:extLst>
          </p:cNvPr>
          <p:cNvSpPr txBox="1"/>
          <p:nvPr/>
        </p:nvSpPr>
        <p:spPr>
          <a:xfrm>
            <a:off x="8998404" y="2637977"/>
            <a:ext cx="1333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산출물 이미지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098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82F57-C0B0-8345-CD6F-9F4FDF049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42AE607-198C-97B0-8F87-9D39947EAD86}"/>
              </a:ext>
            </a:extLst>
          </p:cNvPr>
          <p:cNvSpPr/>
          <p:nvPr/>
        </p:nvSpPr>
        <p:spPr>
          <a:xfrm>
            <a:off x="819149" y="1982559"/>
            <a:ext cx="3393621" cy="4227741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37EBEC-6753-C7E0-7E04-C2010D76A5BC}"/>
              </a:ext>
            </a:extLst>
          </p:cNvPr>
          <p:cNvSpPr txBox="1"/>
          <p:nvPr/>
        </p:nvSpPr>
        <p:spPr>
          <a:xfrm>
            <a:off x="1015095" y="4211918"/>
            <a:ext cx="3096986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기존 커뮤니티 이용자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명 대상 심층 인터뷰를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통해 핵심 이탈 요인 도출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9D2545-564B-C184-EE3C-8C8B6BD5FBA8}"/>
              </a:ext>
            </a:extLst>
          </p:cNvPr>
          <p:cNvSpPr txBox="1"/>
          <p:nvPr/>
        </p:nvSpPr>
        <p:spPr>
          <a:xfrm>
            <a:off x="1009649" y="4888591"/>
            <a:ext cx="3023507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판매자와 구매자의 행동 패턴을 분석한 데이터 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페르소나 수립 및 여정 지도 설계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B96D283-2C97-E573-8374-920899BF6290}"/>
              </a:ext>
            </a:extLst>
          </p:cNvPr>
          <p:cNvCxnSpPr>
            <a:cxnSpLocks/>
          </p:cNvCxnSpPr>
          <p:nvPr/>
        </p:nvCxnSpPr>
        <p:spPr>
          <a:xfrm>
            <a:off x="824594" y="4046736"/>
            <a:ext cx="3393621" cy="0"/>
          </a:xfrm>
          <a:prstGeom prst="line">
            <a:avLst/>
          </a:prstGeom>
          <a:ln>
            <a:solidFill>
              <a:srgbClr val="5060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6C87CA9-BEE7-EC20-936C-584B245BA881}"/>
              </a:ext>
            </a:extLst>
          </p:cNvPr>
          <p:cNvSpPr txBox="1"/>
          <p:nvPr/>
        </p:nvSpPr>
        <p:spPr>
          <a:xfrm>
            <a:off x="1009650" y="3542868"/>
            <a:ext cx="3023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lang="ko-KR" altLang="en-US" sz="20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사용자 리서치 및 문제 정의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</a:t>
            </a:r>
            <a:endParaRPr lang="ko-KR" alt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1626193-F02A-0296-0DB0-501264CA23D4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95DD58-DC12-7088-6810-841178B0FBBD}"/>
              </a:ext>
            </a:extLst>
          </p:cNvPr>
          <p:cNvSpPr txBox="1"/>
          <p:nvPr/>
        </p:nvSpPr>
        <p:spPr>
          <a:xfrm>
            <a:off x="1276348" y="1112770"/>
            <a:ext cx="1532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담당업무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18BC0D4-003D-74FB-2983-B8AF551DE06C}"/>
              </a:ext>
            </a:extLst>
          </p:cNvPr>
          <p:cNvSpPr/>
          <p:nvPr/>
        </p:nvSpPr>
        <p:spPr>
          <a:xfrm>
            <a:off x="4399189" y="1982559"/>
            <a:ext cx="3393621" cy="4227741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945296-3419-C4D7-7CD5-BD768558C367}"/>
              </a:ext>
            </a:extLst>
          </p:cNvPr>
          <p:cNvSpPr txBox="1"/>
          <p:nvPr/>
        </p:nvSpPr>
        <p:spPr>
          <a:xfrm>
            <a:off x="4592408" y="4211918"/>
            <a:ext cx="3052082" cy="891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거래 절차를 기존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단계에서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단계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검색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채팅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거래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단축하는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와이어프레임 및 스토리보드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작성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17D6BA-D8E7-FBB4-4D1E-35547201EA49}"/>
              </a:ext>
            </a:extLst>
          </p:cNvPr>
          <p:cNvSpPr txBox="1"/>
          <p:nvPr/>
        </p:nvSpPr>
        <p:spPr>
          <a:xfrm>
            <a:off x="4592408" y="5135940"/>
            <a:ext cx="3052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불필요한 채팅 소요를 줄이기 위해 시스템이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가격을 자동 수락하는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스마트 </a:t>
            </a:r>
            <a:r>
              <a:rPr lang="ko-KR" altLang="en-US" sz="1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오퍼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기능 기획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50123D0-698F-7D42-0CF4-73A36634F839}"/>
              </a:ext>
            </a:extLst>
          </p:cNvPr>
          <p:cNvCxnSpPr>
            <a:cxnSpLocks/>
          </p:cNvCxnSpPr>
          <p:nvPr/>
        </p:nvCxnSpPr>
        <p:spPr>
          <a:xfrm>
            <a:off x="4401908" y="4046736"/>
            <a:ext cx="3393621" cy="0"/>
          </a:xfrm>
          <a:prstGeom prst="line">
            <a:avLst/>
          </a:prstGeom>
          <a:ln>
            <a:solidFill>
              <a:srgbClr val="5060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7C9B6C0-F4DE-3246-6F12-577A4C4B7255}"/>
              </a:ext>
            </a:extLst>
          </p:cNvPr>
          <p:cNvSpPr txBox="1"/>
          <p:nvPr/>
        </p:nvSpPr>
        <p:spPr>
          <a:xfrm>
            <a:off x="4592409" y="3542868"/>
            <a:ext cx="2771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lang="ko-KR" altLang="en-US" sz="20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서비스 기획 및 </a:t>
            </a:r>
            <a:r>
              <a:rPr lang="en-US" altLang="ko-KR" sz="20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UX </a:t>
            </a:r>
            <a:r>
              <a:rPr lang="ko-KR" altLang="en-US" sz="20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설계</a:t>
            </a:r>
            <a:r>
              <a:rPr lang="en-US" altLang="ko-KR" sz="20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</a:t>
            </a:r>
            <a:endParaRPr lang="ko-KR" alt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CA469A1-1A3A-CD9A-8109-E9D7E257887A}"/>
              </a:ext>
            </a:extLst>
          </p:cNvPr>
          <p:cNvSpPr/>
          <p:nvPr/>
        </p:nvSpPr>
        <p:spPr>
          <a:xfrm>
            <a:off x="7979229" y="1982559"/>
            <a:ext cx="3393621" cy="4227741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4C82A7CD-3F39-D051-3D45-D540395DC626}"/>
              </a:ext>
            </a:extLst>
          </p:cNvPr>
          <p:cNvCxnSpPr>
            <a:cxnSpLocks/>
          </p:cNvCxnSpPr>
          <p:nvPr/>
        </p:nvCxnSpPr>
        <p:spPr>
          <a:xfrm>
            <a:off x="7981948" y="4046736"/>
            <a:ext cx="3393621" cy="0"/>
          </a:xfrm>
          <a:prstGeom prst="line">
            <a:avLst/>
          </a:prstGeom>
          <a:ln>
            <a:solidFill>
              <a:srgbClr val="5060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8FDA098-55B9-E284-20D8-8F027C949EB5}"/>
              </a:ext>
            </a:extLst>
          </p:cNvPr>
          <p:cNvSpPr txBox="1"/>
          <p:nvPr/>
        </p:nvSpPr>
        <p:spPr>
          <a:xfrm>
            <a:off x="8177894" y="3542868"/>
            <a:ext cx="3012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lang="ko-KR" altLang="en-US" sz="20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사용자 리서치 및 문제 정의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</a:t>
            </a:r>
            <a:endParaRPr lang="ko-KR" alt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9C7573-35B9-0353-A944-DB5E10DE9EE5}"/>
              </a:ext>
            </a:extLst>
          </p:cNvPr>
          <p:cNvSpPr txBox="1"/>
          <p:nvPr/>
        </p:nvSpPr>
        <p:spPr>
          <a:xfrm>
            <a:off x="1276346" y="647699"/>
            <a:ext cx="857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Teamie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4750A-A554-F0A1-2D98-816CF73A951B}"/>
              </a:ext>
            </a:extLst>
          </p:cNvPr>
          <p:cNvSpPr txBox="1"/>
          <p:nvPr/>
        </p:nvSpPr>
        <p:spPr>
          <a:xfrm>
            <a:off x="8149321" y="4214312"/>
            <a:ext cx="3096986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기존 커뮤니티 이용자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20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명 대상 심층 인터뷰를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통해 핵심 이탈 요인 도출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86AD9-C080-56A9-9A61-90EA440DDF97}"/>
              </a:ext>
            </a:extLst>
          </p:cNvPr>
          <p:cNvSpPr txBox="1"/>
          <p:nvPr/>
        </p:nvSpPr>
        <p:spPr>
          <a:xfrm>
            <a:off x="8143875" y="4872841"/>
            <a:ext cx="3023507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판매자와 구매자의 행동 패턴을 분석한 데이터 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페르소나 수립 및 여정 지도 설계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C1EEED-213C-3EF7-C0CA-9E803402842D}"/>
              </a:ext>
            </a:extLst>
          </p:cNvPr>
          <p:cNvSpPr/>
          <p:nvPr/>
        </p:nvSpPr>
        <p:spPr>
          <a:xfrm>
            <a:off x="979713" y="2127665"/>
            <a:ext cx="3072493" cy="13344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D5EE3-5820-024D-E03E-8A4561BD0887}"/>
              </a:ext>
            </a:extLst>
          </p:cNvPr>
          <p:cNvSpPr txBox="1"/>
          <p:nvPr/>
        </p:nvSpPr>
        <p:spPr>
          <a:xfrm>
            <a:off x="1849208" y="2633303"/>
            <a:ext cx="1333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산출물 이미지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12E2BA-E795-040F-9308-2CB30822C17F}"/>
              </a:ext>
            </a:extLst>
          </p:cNvPr>
          <p:cNvSpPr/>
          <p:nvPr/>
        </p:nvSpPr>
        <p:spPr>
          <a:xfrm>
            <a:off x="4559753" y="2127665"/>
            <a:ext cx="3072493" cy="13344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26DA96-249F-5EA9-EB93-21D6030DEF08}"/>
              </a:ext>
            </a:extLst>
          </p:cNvPr>
          <p:cNvSpPr txBox="1"/>
          <p:nvPr/>
        </p:nvSpPr>
        <p:spPr>
          <a:xfrm>
            <a:off x="5429248" y="2633303"/>
            <a:ext cx="1333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산출물 이미지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3A31A31-B0E6-01CE-53B1-A1E28E0568A6}"/>
              </a:ext>
            </a:extLst>
          </p:cNvPr>
          <p:cNvSpPr/>
          <p:nvPr/>
        </p:nvSpPr>
        <p:spPr>
          <a:xfrm>
            <a:off x="8143875" y="2127665"/>
            <a:ext cx="3072493" cy="13344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A885B4-7AEE-055F-8FD5-E45A7F67C317}"/>
              </a:ext>
            </a:extLst>
          </p:cNvPr>
          <p:cNvSpPr txBox="1"/>
          <p:nvPr/>
        </p:nvSpPr>
        <p:spPr>
          <a:xfrm>
            <a:off x="9013370" y="2633303"/>
            <a:ext cx="1333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산출물 이미지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2263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53D69-152B-6085-FC8A-A42214E98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11DA4DB-AEE9-FE1D-3C72-630C1AB2EFD8}"/>
              </a:ext>
            </a:extLst>
          </p:cNvPr>
          <p:cNvSpPr/>
          <p:nvPr/>
        </p:nvSpPr>
        <p:spPr>
          <a:xfrm>
            <a:off x="819150" y="2581424"/>
            <a:ext cx="4772026" cy="1715518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A2C41C6-E4C0-618F-DB40-BE9B3C16E41D}"/>
              </a:ext>
            </a:extLst>
          </p:cNvPr>
          <p:cNvSpPr/>
          <p:nvPr/>
        </p:nvSpPr>
        <p:spPr>
          <a:xfrm>
            <a:off x="6600824" y="2581423"/>
            <a:ext cx="4772026" cy="1715518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C1DC1A-6259-422E-9283-53FE4FE3ECAF}"/>
              </a:ext>
            </a:extLst>
          </p:cNvPr>
          <p:cNvSpPr txBox="1"/>
          <p:nvPr/>
        </p:nvSpPr>
        <p:spPr>
          <a:xfrm>
            <a:off x="1296760" y="2779040"/>
            <a:ext cx="5177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상황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0F1696-8897-7109-EB07-AD37FBFEF2AE}"/>
              </a:ext>
            </a:extLst>
          </p:cNvPr>
          <p:cNvSpPr txBox="1"/>
          <p:nvPr/>
        </p:nvSpPr>
        <p:spPr>
          <a:xfrm>
            <a:off x="1009651" y="3158989"/>
            <a:ext cx="2565800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직면했던 구체적 과제나 난관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7F6F08-15A4-7272-8E54-68B150067B58}"/>
              </a:ext>
            </a:extLst>
          </p:cNvPr>
          <p:cNvSpPr txBox="1"/>
          <p:nvPr/>
        </p:nvSpPr>
        <p:spPr>
          <a:xfrm>
            <a:off x="1009650" y="3483642"/>
            <a:ext cx="2642001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직면했던 구체적 과제나 난관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65D488-35A5-2E23-89B6-574DB29288A5}"/>
              </a:ext>
            </a:extLst>
          </p:cNvPr>
          <p:cNvSpPr txBox="1"/>
          <p:nvPr/>
        </p:nvSpPr>
        <p:spPr>
          <a:xfrm>
            <a:off x="7078435" y="2781542"/>
            <a:ext cx="5143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전략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A49C49-E9AD-93C9-6919-9DABC4AC5B7F}"/>
              </a:ext>
            </a:extLst>
          </p:cNvPr>
          <p:cNvSpPr txBox="1"/>
          <p:nvPr/>
        </p:nvSpPr>
        <p:spPr>
          <a:xfrm>
            <a:off x="6791326" y="3158989"/>
            <a:ext cx="3699276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이를 해결하기 위한 나의 전략이나 기획 의도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DC4A05-9DBA-5C3A-18D0-22A02E83FD17}"/>
              </a:ext>
            </a:extLst>
          </p:cNvPr>
          <p:cNvSpPr txBox="1"/>
          <p:nvPr/>
        </p:nvSpPr>
        <p:spPr>
          <a:xfrm>
            <a:off x="6791325" y="3511986"/>
            <a:ext cx="3765951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이를 해결하기 위한 나의 전략이나 기획 의도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9A83200-6AFC-A762-3844-1E27E625DE70}"/>
              </a:ext>
            </a:extLst>
          </p:cNvPr>
          <p:cNvSpPr/>
          <p:nvPr/>
        </p:nvSpPr>
        <p:spPr>
          <a:xfrm>
            <a:off x="819150" y="4517314"/>
            <a:ext cx="10553700" cy="1611149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2D199C-88B5-AC41-642B-EE95DC0971C6}"/>
              </a:ext>
            </a:extLst>
          </p:cNvPr>
          <p:cNvSpPr txBox="1"/>
          <p:nvPr/>
        </p:nvSpPr>
        <p:spPr>
          <a:xfrm>
            <a:off x="1296760" y="4734042"/>
            <a:ext cx="5177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근거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D3F3C8-DC8F-CE8E-7010-30381EDA9358}"/>
              </a:ext>
            </a:extLst>
          </p:cNvPr>
          <p:cNvSpPr txBox="1"/>
          <p:nvPr/>
        </p:nvSpPr>
        <p:spPr>
          <a:xfrm>
            <a:off x="1009651" y="5089082"/>
            <a:ext cx="3717470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왜 그 전략을 선택했는지에 대한 논리적 이유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E2DBBE-0E5C-8198-33D9-C4F3BCC7C35F}"/>
              </a:ext>
            </a:extLst>
          </p:cNvPr>
          <p:cNvSpPr txBox="1"/>
          <p:nvPr/>
        </p:nvSpPr>
        <p:spPr>
          <a:xfrm>
            <a:off x="1009650" y="5434428"/>
            <a:ext cx="3774621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왜 그 전략을 선택했는지에 대한 논리적 이유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AD899E-ABAD-101A-F36C-4FB112CAB2D2}"/>
              </a:ext>
            </a:extLst>
          </p:cNvPr>
          <p:cNvSpPr txBox="1"/>
          <p:nvPr/>
        </p:nvSpPr>
        <p:spPr>
          <a:xfrm>
            <a:off x="819150" y="1949494"/>
            <a:ext cx="2977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문제 상황 </a:t>
            </a:r>
            <a:r>
              <a:rPr lang="en-US" altLang="ko-KR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10</a:t>
            </a:r>
            <a:r>
              <a:rPr lang="ko-KR" altLang="en-US" sz="20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자 내외로 요약</a:t>
            </a:r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4406C4B1-C19E-4027-98B3-3D9C1869DE18}"/>
              </a:ext>
            </a:extLst>
          </p:cNvPr>
          <p:cNvSpPr/>
          <p:nvPr/>
        </p:nvSpPr>
        <p:spPr>
          <a:xfrm>
            <a:off x="5925740" y="3299879"/>
            <a:ext cx="340519" cy="278606"/>
          </a:xfrm>
          <a:prstGeom prst="rightArrow">
            <a:avLst>
              <a:gd name="adj1" fmla="val 50000"/>
              <a:gd name="adj2" fmla="val 66326"/>
            </a:avLst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664098E-02AB-F16E-C556-34518BF02357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21415F-3CF1-2799-86B2-927EAC3D7067}"/>
              </a:ext>
            </a:extLst>
          </p:cNvPr>
          <p:cNvSpPr txBox="1"/>
          <p:nvPr/>
        </p:nvSpPr>
        <p:spPr>
          <a:xfrm>
            <a:off x="1276348" y="1112770"/>
            <a:ext cx="1532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문제해결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CEC578-C3FB-89A9-2BDC-1D1E9066972C}"/>
              </a:ext>
            </a:extLst>
          </p:cNvPr>
          <p:cNvSpPr txBox="1"/>
          <p:nvPr/>
        </p:nvSpPr>
        <p:spPr>
          <a:xfrm>
            <a:off x="1276347" y="647699"/>
            <a:ext cx="7072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경험명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8297A8-782C-0630-D25B-7CFC831FF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839" y="2804318"/>
            <a:ext cx="268596" cy="2685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FD92AB2-FCD2-291C-6EED-7453C015D3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8" y="4759871"/>
            <a:ext cx="271509" cy="27150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7C157F7-1533-4291-E401-A2316C60FF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50" y="2804319"/>
            <a:ext cx="268595" cy="26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724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5C8FC-D314-FC83-DC56-C36598D7C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5EF90B29-968E-7FC5-EFBE-DD940BBCE957}"/>
              </a:ext>
            </a:extLst>
          </p:cNvPr>
          <p:cNvSpPr/>
          <p:nvPr/>
        </p:nvSpPr>
        <p:spPr>
          <a:xfrm>
            <a:off x="5925740" y="3297485"/>
            <a:ext cx="340519" cy="278606"/>
          </a:xfrm>
          <a:prstGeom prst="rightArrow">
            <a:avLst>
              <a:gd name="adj1" fmla="val 50000"/>
              <a:gd name="adj2" fmla="val 66326"/>
            </a:avLst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1C0E23-D85F-90F1-4D1C-9468E0ED6925}"/>
              </a:ext>
            </a:extLst>
          </p:cNvPr>
          <p:cNvSpPr txBox="1"/>
          <p:nvPr/>
        </p:nvSpPr>
        <p:spPr>
          <a:xfrm>
            <a:off x="1009650" y="3157140"/>
            <a:ext cx="4395106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개발 기간 부족으로 인해 기획했던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실시간 채팅 서버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’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구축이 불가능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19B62D-5008-A7B2-7FA3-08C85E5F88CD}"/>
              </a:ext>
            </a:extLst>
          </p:cNvPr>
          <p:cNvSpPr txBox="1"/>
          <p:nvPr/>
        </p:nvSpPr>
        <p:spPr>
          <a:xfrm>
            <a:off x="1009649" y="3477782"/>
            <a:ext cx="4321629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핵심 기능인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판매자와의 소통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자체가 불가능해진 위기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발생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86D988-5069-5EC6-40A9-957CCF383323}"/>
              </a:ext>
            </a:extLst>
          </p:cNvPr>
          <p:cNvSpPr txBox="1"/>
          <p:nvPr/>
        </p:nvSpPr>
        <p:spPr>
          <a:xfrm>
            <a:off x="6791325" y="3087542"/>
            <a:ext cx="4391023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실시간 채팅 대신 **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댓글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Q&amp;A'**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와 **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카카오톡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오픈채팅 링크 연동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'**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으로 스펙을 변경하여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MVP(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최소 기능 제품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모델로 전환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8802E1-CCBD-2F73-62F3-CB70713876D8}"/>
              </a:ext>
            </a:extLst>
          </p:cNvPr>
          <p:cNvSpPr txBox="1"/>
          <p:nvPr/>
        </p:nvSpPr>
        <p:spPr>
          <a:xfrm>
            <a:off x="819150" y="1948297"/>
            <a:ext cx="5353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1) </a:t>
            </a:r>
            <a:r>
              <a:rPr lang="ko-KR" altLang="en-US" sz="20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채팅 기능 개발 리소스 부족에 따른 기능 스펙 조정</a:t>
            </a:r>
            <a:endParaRPr lang="ko-KR" alt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1E980B9-9DF8-E9A7-1F34-2FA46089DC47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4A0144-1D4D-5537-E67B-790D4E8D5276}"/>
              </a:ext>
            </a:extLst>
          </p:cNvPr>
          <p:cNvSpPr txBox="1"/>
          <p:nvPr/>
        </p:nvSpPr>
        <p:spPr>
          <a:xfrm>
            <a:off x="1276348" y="1112770"/>
            <a:ext cx="15321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문제해결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35C7E2-A09D-4555-37B2-7F0275BD961E}"/>
              </a:ext>
            </a:extLst>
          </p:cNvPr>
          <p:cNvSpPr txBox="1"/>
          <p:nvPr/>
        </p:nvSpPr>
        <p:spPr>
          <a:xfrm>
            <a:off x="1276346" y="647699"/>
            <a:ext cx="857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Teamie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C8C420B-3947-5674-EFD3-6F10995A80A6}"/>
              </a:ext>
            </a:extLst>
          </p:cNvPr>
          <p:cNvSpPr/>
          <p:nvPr/>
        </p:nvSpPr>
        <p:spPr>
          <a:xfrm>
            <a:off x="819150" y="2581424"/>
            <a:ext cx="4772026" cy="1541541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212E6A5-2863-7EAF-BDF1-457E9F22907C}"/>
              </a:ext>
            </a:extLst>
          </p:cNvPr>
          <p:cNvSpPr/>
          <p:nvPr/>
        </p:nvSpPr>
        <p:spPr>
          <a:xfrm>
            <a:off x="6600824" y="2581423"/>
            <a:ext cx="4772026" cy="1541541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F65BEFC-69B7-BAC5-C218-B19E19ACFE56}"/>
              </a:ext>
            </a:extLst>
          </p:cNvPr>
          <p:cNvSpPr/>
          <p:nvPr/>
        </p:nvSpPr>
        <p:spPr>
          <a:xfrm>
            <a:off x="819150" y="4390898"/>
            <a:ext cx="10553700" cy="1819402"/>
          </a:xfrm>
          <a:prstGeom prst="roundRect">
            <a:avLst>
              <a:gd name="adj" fmla="val 2163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414A72-69D4-ABCB-0AE8-B7385415A1C9}"/>
              </a:ext>
            </a:extLst>
          </p:cNvPr>
          <p:cNvSpPr txBox="1"/>
          <p:nvPr/>
        </p:nvSpPr>
        <p:spPr>
          <a:xfrm>
            <a:off x="1009650" y="4962666"/>
            <a:ext cx="5162549" cy="336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우리 서비스의 핵심 가치는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친목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아닌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빠른 거래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임에 집중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6E8725-4EC2-2B44-786A-B887E3F293C3}"/>
              </a:ext>
            </a:extLst>
          </p:cNvPr>
          <p:cNvSpPr txBox="1"/>
          <p:nvPr/>
        </p:nvSpPr>
        <p:spPr>
          <a:xfrm>
            <a:off x="1009650" y="5308012"/>
            <a:ext cx="7848600" cy="336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불안정한 자체 채팅 서버를 무리하게 구축하여 오류를 범하는 것보다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사용자가 이미 익숙한 카카오톡을 활용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BF688D-7470-8D64-D76C-F89C5BDC189C}"/>
              </a:ext>
            </a:extLst>
          </p:cNvPr>
          <p:cNvSpPr txBox="1"/>
          <p:nvPr/>
        </p:nvSpPr>
        <p:spPr>
          <a:xfrm>
            <a:off x="1009649" y="5678431"/>
            <a:ext cx="7848600" cy="336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UX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경험을 해치지 않으면서 개발 공수를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70%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이상 줄일 수 있는 가장 효율적인 방법이라고 판단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283CBC-556F-6BDC-29E6-28E1FB71FEB2}"/>
              </a:ext>
            </a:extLst>
          </p:cNvPr>
          <p:cNvSpPr txBox="1"/>
          <p:nvPr/>
        </p:nvSpPr>
        <p:spPr>
          <a:xfrm>
            <a:off x="1296760" y="2779040"/>
            <a:ext cx="5177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상황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0223E2-27B2-4178-7AD3-1CE83E7C4AB6}"/>
              </a:ext>
            </a:extLst>
          </p:cNvPr>
          <p:cNvSpPr txBox="1"/>
          <p:nvPr/>
        </p:nvSpPr>
        <p:spPr>
          <a:xfrm>
            <a:off x="7078435" y="2781542"/>
            <a:ext cx="5143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전략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1356C-E9CC-FA12-1695-D27BAE972F57}"/>
              </a:ext>
            </a:extLst>
          </p:cNvPr>
          <p:cNvSpPr txBox="1"/>
          <p:nvPr/>
        </p:nvSpPr>
        <p:spPr>
          <a:xfrm>
            <a:off x="1298396" y="4606468"/>
            <a:ext cx="5177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근거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68F5891-CC9E-642A-6756-405689068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839" y="2804318"/>
            <a:ext cx="268596" cy="268596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488C086B-5D61-3A47-8FA0-97A9FC404D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74" y="4632297"/>
            <a:ext cx="271509" cy="27150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7A4BD11F-7C4D-696C-D56D-B25488BAC2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50" y="2804319"/>
            <a:ext cx="268595" cy="26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67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D12F8-7B51-564D-7D2E-C6C1E1812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4E4F9372-9CD2-56B7-8F5F-C7D8A4AB9B76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D565E1-833A-8A76-8435-18A1441DBC61}"/>
              </a:ext>
            </a:extLst>
          </p:cNvPr>
          <p:cNvSpPr txBox="1"/>
          <p:nvPr/>
        </p:nvSpPr>
        <p:spPr>
          <a:xfrm>
            <a:off x="1276348" y="1112770"/>
            <a:ext cx="12790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배운 점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6CE5BC-9504-6B29-6515-1D8A1B2F613A}"/>
              </a:ext>
            </a:extLst>
          </p:cNvPr>
          <p:cNvSpPr txBox="1"/>
          <p:nvPr/>
        </p:nvSpPr>
        <p:spPr>
          <a:xfrm>
            <a:off x="1276347" y="647699"/>
            <a:ext cx="7072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경험명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32D8F8-5F64-2563-EA31-A9F794933AD6}"/>
              </a:ext>
            </a:extLst>
          </p:cNvPr>
          <p:cNvSpPr txBox="1"/>
          <p:nvPr/>
        </p:nvSpPr>
        <p:spPr>
          <a:xfrm>
            <a:off x="1042987" y="2614167"/>
            <a:ext cx="2900364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경험을 통해 역량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태도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일하는 방식 측면에서 구체적으로 성장한 점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899674D-8FD3-F6D3-8069-535D7824E1EB}"/>
              </a:ext>
            </a:extLst>
          </p:cNvPr>
          <p:cNvSpPr/>
          <p:nvPr/>
        </p:nvSpPr>
        <p:spPr>
          <a:xfrm>
            <a:off x="819149" y="2011137"/>
            <a:ext cx="3303811" cy="4275363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283D8A-32F1-A72E-BF94-6BC163F7ABAE}"/>
              </a:ext>
            </a:extLst>
          </p:cNvPr>
          <p:cNvSpPr txBox="1"/>
          <p:nvPr/>
        </p:nvSpPr>
        <p:spPr>
          <a:xfrm>
            <a:off x="4667932" y="2614167"/>
            <a:ext cx="2900364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업무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관계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대상 등을 이해하는 방식에서 새롭게 얻은 관점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2ADADF8-42CB-DC8E-159A-8C9E8046405E}"/>
              </a:ext>
            </a:extLst>
          </p:cNvPr>
          <p:cNvSpPr/>
          <p:nvPr/>
        </p:nvSpPr>
        <p:spPr>
          <a:xfrm>
            <a:off x="4444094" y="2011137"/>
            <a:ext cx="3303811" cy="4275363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610E3E-241C-A776-F86A-CE5A1F5C282F}"/>
              </a:ext>
            </a:extLst>
          </p:cNvPr>
          <p:cNvSpPr txBox="1"/>
          <p:nvPr/>
        </p:nvSpPr>
        <p:spPr>
          <a:xfrm>
            <a:off x="8195580" y="2614167"/>
            <a:ext cx="2900364" cy="891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추가적으로 공부하고 싶은 내용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이후 프로젝트에서 구체적으로 시도해보고 싶은 개선 방향이나 실천 계획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616819-9F5E-D4D5-F2B2-F81A5559A836}"/>
              </a:ext>
            </a:extLst>
          </p:cNvPr>
          <p:cNvSpPr/>
          <p:nvPr/>
        </p:nvSpPr>
        <p:spPr>
          <a:xfrm>
            <a:off x="7971742" y="2011137"/>
            <a:ext cx="3303811" cy="4275363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5B7F19-6CEF-C047-1E56-F63897E06E85}"/>
              </a:ext>
            </a:extLst>
          </p:cNvPr>
          <p:cNvSpPr txBox="1"/>
          <p:nvPr/>
        </p:nvSpPr>
        <p:spPr>
          <a:xfrm>
            <a:off x="1042987" y="3281632"/>
            <a:ext cx="2900364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경험을 통해 역량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태도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일하는 방식 측면에서 구체적으로 성장한 점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9281F5-03DF-EACD-05E5-49EBBDA98893}"/>
              </a:ext>
            </a:extLst>
          </p:cNvPr>
          <p:cNvSpPr txBox="1"/>
          <p:nvPr/>
        </p:nvSpPr>
        <p:spPr>
          <a:xfrm>
            <a:off x="4645817" y="3281632"/>
            <a:ext cx="2900364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업무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관계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대상 등을 이해하는 방식에서 새롭게 얻은 관점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6A26C2-BDEC-2C22-EC04-61EC9E91AFE8}"/>
              </a:ext>
            </a:extLst>
          </p:cNvPr>
          <p:cNvSpPr txBox="1"/>
          <p:nvPr/>
        </p:nvSpPr>
        <p:spPr>
          <a:xfrm>
            <a:off x="8195579" y="3558631"/>
            <a:ext cx="2900364" cy="891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추가적으로 공부하고 싶은 내용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이후 프로젝트에서 구체적으로 시도해보고 싶은 개선 방향이나 실천 계획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E6F27E-E1DA-8E6D-9306-9577A57488E0}"/>
              </a:ext>
            </a:extLst>
          </p:cNvPr>
          <p:cNvSpPr txBox="1"/>
          <p:nvPr/>
        </p:nvSpPr>
        <p:spPr>
          <a:xfrm>
            <a:off x="1311580" y="2237934"/>
            <a:ext cx="10878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성장한 부분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26C215-1DD2-4DC3-1ACA-D453C3F63478}"/>
              </a:ext>
            </a:extLst>
          </p:cNvPr>
          <p:cNvSpPr txBox="1"/>
          <p:nvPr/>
        </p:nvSpPr>
        <p:spPr>
          <a:xfrm>
            <a:off x="4924348" y="2237934"/>
            <a:ext cx="12266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얻은 인사이트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4C1364-F7BA-A228-67DC-8BBBB3AFD6E6}"/>
              </a:ext>
            </a:extLst>
          </p:cNvPr>
          <p:cNvSpPr txBox="1"/>
          <p:nvPr/>
        </p:nvSpPr>
        <p:spPr>
          <a:xfrm>
            <a:off x="8484576" y="2206686"/>
            <a:ext cx="14307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향후 시도할 계획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835A087-1C65-5005-9E4F-F5C54E022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931" y="2273434"/>
            <a:ext cx="256417" cy="25641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B5BFE42-D9C0-3271-6008-497F936581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5" y="2264589"/>
            <a:ext cx="268595" cy="26859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B6A53FC-6B15-5549-762B-E77FE0EDAE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159" y="2238697"/>
            <a:ext cx="256417" cy="25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308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2CAAB-B894-596B-9486-B92A95A87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003F6418-4ACF-54DA-2539-6CB8A7762248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C13CC4-7B6E-C5EF-1534-335C72F1327D}"/>
              </a:ext>
            </a:extLst>
          </p:cNvPr>
          <p:cNvSpPr txBox="1"/>
          <p:nvPr/>
        </p:nvSpPr>
        <p:spPr>
          <a:xfrm>
            <a:off x="1276348" y="1112770"/>
            <a:ext cx="12790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배운 점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026015-C884-5A08-FFC9-4F3D5BA2B627}"/>
              </a:ext>
            </a:extLst>
          </p:cNvPr>
          <p:cNvSpPr txBox="1"/>
          <p:nvPr/>
        </p:nvSpPr>
        <p:spPr>
          <a:xfrm>
            <a:off x="1042987" y="2614167"/>
            <a:ext cx="2900364" cy="891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화려한 기능보다는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핵심 가치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 집중하여 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개발 리소스를 조율하는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PM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일정 관리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역량과 커뮤니케이션 스킬이 성장했다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09F676-DAA7-F854-3EED-2D06192981A2}"/>
              </a:ext>
            </a:extLst>
          </p:cNvPr>
          <p:cNvSpPr txBox="1"/>
          <p:nvPr/>
        </p:nvSpPr>
        <p:spPr>
          <a:xfrm>
            <a:off x="4667932" y="2614167"/>
            <a:ext cx="2900364" cy="1168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UX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기획은 단순히 화면을 그리는 것이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아니라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비즈니스 목표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거래 </a:t>
            </a:r>
            <a:r>
              <a:rPr lang="ko-KR" altLang="en-US" sz="1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성사율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와 개발 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현실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리소스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사이에서 최적의 균형점을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찾아가는 논리적 설계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과정임을 </a:t>
            </a:r>
            <a:r>
              <a:rPr lang="ko-KR" altLang="en-US" sz="1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깨달았다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A256E9-6FDB-041D-80BE-7DB85C0FFDD8}"/>
              </a:ext>
            </a:extLst>
          </p:cNvPr>
          <p:cNvSpPr txBox="1"/>
          <p:nvPr/>
        </p:nvSpPr>
        <p:spPr>
          <a:xfrm>
            <a:off x="8195580" y="2614167"/>
            <a:ext cx="2900364" cy="1445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이번 프로젝트에서는 구글 </a:t>
            </a:r>
            <a:r>
              <a:rPr lang="ko-KR" altLang="en-US" sz="1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애널리틱스를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기초적으로만 활용했지만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향후에는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SQL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을 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학습하여 직접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DB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에서 데이터를 추출하고 더 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정교하게 사용자 행동 데이터를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분석해보고 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싶다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6EBCA-3F1F-542C-9599-EFE8BBD31C03}"/>
              </a:ext>
            </a:extLst>
          </p:cNvPr>
          <p:cNvSpPr txBox="1"/>
          <p:nvPr/>
        </p:nvSpPr>
        <p:spPr>
          <a:xfrm>
            <a:off x="1042987" y="3560298"/>
            <a:ext cx="2900364" cy="1168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이해관계자별로 다른 언어로 소통하는 법을 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익혔다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개발팀에는 기술 제약을 존중하며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비즈니스 팀에는 수치 중심으로 설득하는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커뮤니케이션 방식을 체득했다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5218EB-1448-1D90-9053-4CA07E5AC9C4}"/>
              </a:ext>
            </a:extLst>
          </p:cNvPr>
          <p:cNvSpPr txBox="1"/>
          <p:nvPr/>
        </p:nvSpPr>
        <p:spPr>
          <a:xfrm>
            <a:off x="4645817" y="3835630"/>
            <a:ext cx="2900364" cy="1168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좋은 기획서는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무엇을 만들지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보다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‘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왜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이것을 먼저 만들어야 하는지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’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설명하는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문서임을 알게 됐다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설득의 언어가 곧 기획의 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완성도라는 것을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배웠다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DE7964-4C6B-8BBF-07C1-020F7CE3772B}"/>
              </a:ext>
            </a:extLst>
          </p:cNvPr>
          <p:cNvSpPr txBox="1"/>
          <p:nvPr/>
        </p:nvSpPr>
        <p:spPr>
          <a:xfrm>
            <a:off x="8195580" y="4112629"/>
            <a:ext cx="2900364" cy="891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A/B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테스트 설계를 직접 기획해보고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가설 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수립부터 결과 해석까지 데이터 기반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의사결정 사이클을 한 번 완성해보고 싶다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A13E20-52FD-7C71-80EF-06844EC04A3C}"/>
              </a:ext>
            </a:extLst>
          </p:cNvPr>
          <p:cNvSpPr txBox="1"/>
          <p:nvPr/>
        </p:nvSpPr>
        <p:spPr>
          <a:xfrm>
            <a:off x="1276346" y="647699"/>
            <a:ext cx="857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Teamie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9C7A41A-940A-4C6E-FC8D-7E095D9B8E5F}"/>
              </a:ext>
            </a:extLst>
          </p:cNvPr>
          <p:cNvSpPr/>
          <p:nvPr/>
        </p:nvSpPr>
        <p:spPr>
          <a:xfrm>
            <a:off x="819149" y="2011137"/>
            <a:ext cx="3303811" cy="4275363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9FBAF05-D73A-FE27-B2A5-F41F3B2EC9FD}"/>
              </a:ext>
            </a:extLst>
          </p:cNvPr>
          <p:cNvSpPr/>
          <p:nvPr/>
        </p:nvSpPr>
        <p:spPr>
          <a:xfrm>
            <a:off x="4444094" y="2011137"/>
            <a:ext cx="3303811" cy="4275363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595ED21-CDF1-494D-1CAC-3BFC21559064}"/>
              </a:ext>
            </a:extLst>
          </p:cNvPr>
          <p:cNvSpPr/>
          <p:nvPr/>
        </p:nvSpPr>
        <p:spPr>
          <a:xfrm>
            <a:off x="7971742" y="2011137"/>
            <a:ext cx="3303811" cy="4275363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A7048D-DFE3-33FC-2609-F48F29A69C7E}"/>
              </a:ext>
            </a:extLst>
          </p:cNvPr>
          <p:cNvSpPr txBox="1"/>
          <p:nvPr/>
        </p:nvSpPr>
        <p:spPr>
          <a:xfrm>
            <a:off x="1311580" y="2237934"/>
            <a:ext cx="10878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성장한 부분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8C9B6C-6497-2B0E-3571-4E87ED4E3CAC}"/>
              </a:ext>
            </a:extLst>
          </p:cNvPr>
          <p:cNvSpPr txBox="1"/>
          <p:nvPr/>
        </p:nvSpPr>
        <p:spPr>
          <a:xfrm>
            <a:off x="4924348" y="2237934"/>
            <a:ext cx="12266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얻은 인사이트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D017EA-A83A-EB59-35EC-18B3DF1C0BB3}"/>
              </a:ext>
            </a:extLst>
          </p:cNvPr>
          <p:cNvSpPr txBox="1"/>
          <p:nvPr/>
        </p:nvSpPr>
        <p:spPr>
          <a:xfrm>
            <a:off x="8484576" y="2206686"/>
            <a:ext cx="14307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향후 시도할 계획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4559942C-112F-DA38-6E1E-102742D4D5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931" y="2273434"/>
            <a:ext cx="256417" cy="25641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4198CE8-CF37-9712-452F-315744838A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5" y="2264589"/>
            <a:ext cx="268595" cy="26859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D106E58-E0B1-3ABF-6736-D63B7BB7B0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159" y="2238697"/>
            <a:ext cx="256417" cy="25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6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B3A2C-8061-F88D-B56D-B6BCC7610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E532C008-DFA8-294F-FE3F-CB5006FEA8ED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D4ACCE-9601-5279-092F-4A9A9EF8E596}"/>
              </a:ext>
            </a:extLst>
          </p:cNvPr>
          <p:cNvSpPr txBox="1"/>
          <p:nvPr/>
        </p:nvSpPr>
        <p:spPr>
          <a:xfrm>
            <a:off x="1276348" y="1112770"/>
            <a:ext cx="12790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배운 점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1E3C15-3204-3BF7-769C-4E2D93C8432F}"/>
              </a:ext>
            </a:extLst>
          </p:cNvPr>
          <p:cNvSpPr txBox="1"/>
          <p:nvPr/>
        </p:nvSpPr>
        <p:spPr>
          <a:xfrm>
            <a:off x="1276347" y="647699"/>
            <a:ext cx="7072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경험명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96CE1-B1CD-14B9-D5F9-69161451FD38}"/>
              </a:ext>
            </a:extLst>
          </p:cNvPr>
          <p:cNvSpPr txBox="1"/>
          <p:nvPr/>
        </p:nvSpPr>
        <p:spPr>
          <a:xfrm>
            <a:off x="1311580" y="2237934"/>
            <a:ext cx="10878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성장한 부분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990DD-13DA-A9A1-1915-1D58D7FE4A88}"/>
              </a:ext>
            </a:extLst>
          </p:cNvPr>
          <p:cNvSpPr txBox="1"/>
          <p:nvPr/>
        </p:nvSpPr>
        <p:spPr>
          <a:xfrm>
            <a:off x="1042986" y="2614167"/>
            <a:ext cx="4639357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경험을 통해 역량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태도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일하는 방식 측면에서 구체적으로 성장한 점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FA45B48-3DA2-8905-8DE6-E24683D76428}"/>
              </a:ext>
            </a:extLst>
          </p:cNvPr>
          <p:cNvSpPr/>
          <p:nvPr/>
        </p:nvSpPr>
        <p:spPr>
          <a:xfrm>
            <a:off x="819149" y="2011137"/>
            <a:ext cx="5091793" cy="1670956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51BBE8-9EF2-2D2B-7AD5-6579A1F9F24A}"/>
              </a:ext>
            </a:extLst>
          </p:cNvPr>
          <p:cNvSpPr txBox="1"/>
          <p:nvPr/>
        </p:nvSpPr>
        <p:spPr>
          <a:xfrm>
            <a:off x="1042986" y="2944643"/>
            <a:ext cx="4639357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경험을 통해 역량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태도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일하는 방식 측면에서 구체적으로 성장한 점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141B12-BDE2-F939-6188-53AA326E75FF}"/>
              </a:ext>
            </a:extLst>
          </p:cNvPr>
          <p:cNvSpPr txBox="1"/>
          <p:nvPr/>
        </p:nvSpPr>
        <p:spPr>
          <a:xfrm>
            <a:off x="6761314" y="2241267"/>
            <a:ext cx="12266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얻은 인사이트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12612A-E251-B7E1-F2DE-AF8E622D2DE1}"/>
              </a:ext>
            </a:extLst>
          </p:cNvPr>
          <p:cNvSpPr txBox="1"/>
          <p:nvPr/>
        </p:nvSpPr>
        <p:spPr>
          <a:xfrm>
            <a:off x="6504898" y="2614167"/>
            <a:ext cx="3839254" cy="336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업무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관계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대상 등을 이해하는 방식에서 새롭게 얻은 관점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A5AF856-A4E1-ACA2-4D6F-0FC973B5FEE0}"/>
              </a:ext>
            </a:extLst>
          </p:cNvPr>
          <p:cNvSpPr/>
          <p:nvPr/>
        </p:nvSpPr>
        <p:spPr>
          <a:xfrm>
            <a:off x="6281060" y="2011137"/>
            <a:ext cx="5091793" cy="1670956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D0F8F5-6DAE-DDC1-2AE8-B1BB62FD1669}"/>
              </a:ext>
            </a:extLst>
          </p:cNvPr>
          <p:cNvSpPr txBox="1"/>
          <p:nvPr/>
        </p:nvSpPr>
        <p:spPr>
          <a:xfrm>
            <a:off x="6504897" y="2945412"/>
            <a:ext cx="3839254" cy="336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업무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관계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대상 등을 이해하는 방식에서 새롭게 얻은 관점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570E7F-5A7F-1FDC-917E-7FEA77873D3D}"/>
              </a:ext>
            </a:extLst>
          </p:cNvPr>
          <p:cNvSpPr txBox="1"/>
          <p:nvPr/>
        </p:nvSpPr>
        <p:spPr>
          <a:xfrm>
            <a:off x="1305490" y="4159748"/>
            <a:ext cx="14307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향후 시도할 계획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7A55DBE-86C4-3630-53EE-EF0CCF3B8766}"/>
              </a:ext>
            </a:extLst>
          </p:cNvPr>
          <p:cNvSpPr/>
          <p:nvPr/>
        </p:nvSpPr>
        <p:spPr>
          <a:xfrm>
            <a:off x="819149" y="3908892"/>
            <a:ext cx="10553704" cy="1561180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7D7CD2-8E65-1C7F-C6C8-7B99465BF49D}"/>
              </a:ext>
            </a:extLst>
          </p:cNvPr>
          <p:cNvSpPr txBox="1"/>
          <p:nvPr/>
        </p:nvSpPr>
        <p:spPr>
          <a:xfrm>
            <a:off x="1042985" y="4480186"/>
            <a:ext cx="6566129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추가적으로 공부하고 싶은 내용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이후 프로젝트에서 구체적으로 시도해보고 싶은 개선 방향이나 실천 계획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EF4BB0-987A-7659-8C45-58B1F3D2FB42}"/>
              </a:ext>
            </a:extLst>
          </p:cNvPr>
          <p:cNvSpPr txBox="1"/>
          <p:nvPr/>
        </p:nvSpPr>
        <p:spPr>
          <a:xfrm>
            <a:off x="1042985" y="4817586"/>
            <a:ext cx="6566129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추가적으로 공부하고 싶은 내용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이후 프로젝트에서 구체적으로 시도해보고 싶은 개선 방향이나 실천 계획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9956615-C4DF-0F0F-0BE2-5E79A80C6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897" y="2276767"/>
            <a:ext cx="256417" cy="25641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84027AE-641E-4219-F948-825F9CFCA1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5" y="2264589"/>
            <a:ext cx="268595" cy="26859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A708A7D-839D-EC17-F2E5-D3C57AAF77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73" y="4191759"/>
            <a:ext cx="256417" cy="25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204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FEDB-89B9-F22A-9714-B0AE108A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C7A24EDA-F234-B203-F232-7ADDD4E1268C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E5FA8D-DC8B-87B7-AF50-DCF81E910D11}"/>
              </a:ext>
            </a:extLst>
          </p:cNvPr>
          <p:cNvSpPr txBox="1"/>
          <p:nvPr/>
        </p:nvSpPr>
        <p:spPr>
          <a:xfrm>
            <a:off x="1276348" y="1112770"/>
            <a:ext cx="12790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배운 점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FA973-1E7F-EABD-A2CD-1B00ACC72AA5}"/>
              </a:ext>
            </a:extLst>
          </p:cNvPr>
          <p:cNvSpPr txBox="1"/>
          <p:nvPr/>
        </p:nvSpPr>
        <p:spPr>
          <a:xfrm>
            <a:off x="1042986" y="2614168"/>
            <a:ext cx="4639357" cy="613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화려한 기능보다는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핵심 가치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 집중하여 개발 리소스를 조율하는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PM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일정 관리 역량과 커뮤니케이션 스킬이 성장했다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85454BF-3EBA-9811-EC7E-53B4674EE36C}"/>
              </a:ext>
            </a:extLst>
          </p:cNvPr>
          <p:cNvSpPr/>
          <p:nvPr/>
        </p:nvSpPr>
        <p:spPr>
          <a:xfrm>
            <a:off x="819149" y="2011137"/>
            <a:ext cx="5091793" cy="2632541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964F6A-04B3-9D00-0C10-94421DB17981}"/>
              </a:ext>
            </a:extLst>
          </p:cNvPr>
          <p:cNvSpPr txBox="1"/>
          <p:nvPr/>
        </p:nvSpPr>
        <p:spPr>
          <a:xfrm>
            <a:off x="1042986" y="3280864"/>
            <a:ext cx="4639357" cy="89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이해관계자별로 다른 언어로 소통하는 법을 익혔다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개발팀에는 기술 제약을 존중하며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비즈니스 팀에는 수치 중심으로 설득하는 커뮤니케이션 방식을 체득했다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9EA822-FF42-DAA7-82A1-65ADAEEA4237}"/>
              </a:ext>
            </a:extLst>
          </p:cNvPr>
          <p:cNvSpPr txBox="1"/>
          <p:nvPr/>
        </p:nvSpPr>
        <p:spPr>
          <a:xfrm>
            <a:off x="6504898" y="2614168"/>
            <a:ext cx="4644116" cy="891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UX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기획은 단순히 화면을 그리는 것이 아니라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비즈니스 목표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거래 </a:t>
            </a:r>
            <a:r>
              <a:rPr lang="ko-KR" altLang="en-US" sz="1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성사율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와 개발 현실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리소스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사이에서 최적의 균형점을 찾아가는 논리적 설계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과정임을 </a:t>
            </a:r>
            <a:r>
              <a:rPr lang="ko-KR" altLang="en-US" sz="1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깨달았다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8C244F8-C78C-26AC-51E7-2D6E952758EA}"/>
              </a:ext>
            </a:extLst>
          </p:cNvPr>
          <p:cNvSpPr/>
          <p:nvPr/>
        </p:nvSpPr>
        <p:spPr>
          <a:xfrm>
            <a:off x="6281060" y="2011137"/>
            <a:ext cx="5091793" cy="2632541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DA54B43-356C-DC2B-1325-B66F8FC0EF37}"/>
              </a:ext>
            </a:extLst>
          </p:cNvPr>
          <p:cNvSpPr/>
          <p:nvPr/>
        </p:nvSpPr>
        <p:spPr>
          <a:xfrm>
            <a:off x="819148" y="4857298"/>
            <a:ext cx="10553704" cy="1739446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9D8B35-552F-6546-8CCA-6C0AA9B92666}"/>
              </a:ext>
            </a:extLst>
          </p:cNvPr>
          <p:cNvSpPr txBox="1"/>
          <p:nvPr/>
        </p:nvSpPr>
        <p:spPr>
          <a:xfrm>
            <a:off x="1042984" y="5428592"/>
            <a:ext cx="10106029" cy="613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이번 프로젝트에서는 구글 </a:t>
            </a:r>
            <a:r>
              <a:rPr lang="ko-KR" altLang="en-US" sz="1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애널리틱스를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기초적으로만 활용했지만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향후에는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SQL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을 학습하여 직접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DB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에서 데이터를 추출하고 더 정교하게 사용자 행동 데이터를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분석해보고 싶다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94188C-E2E0-A25D-7DC3-ADD83E5348BE}"/>
              </a:ext>
            </a:extLst>
          </p:cNvPr>
          <p:cNvSpPr txBox="1"/>
          <p:nvPr/>
        </p:nvSpPr>
        <p:spPr>
          <a:xfrm>
            <a:off x="1042984" y="6100506"/>
            <a:ext cx="7382559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A/B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테스트 설계를 직접 기획해보고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가설 수립부터 결과 해석까지 데이터 기반 의사결정 사이클을 한 번 완성해보고 싶다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C286A-6EC4-116A-BC27-A16689234CF4}"/>
              </a:ext>
            </a:extLst>
          </p:cNvPr>
          <p:cNvSpPr txBox="1"/>
          <p:nvPr/>
        </p:nvSpPr>
        <p:spPr>
          <a:xfrm>
            <a:off x="1276346" y="647699"/>
            <a:ext cx="857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Teamie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59185B-BEBA-5D65-C36A-D869B75FD4BF}"/>
              </a:ext>
            </a:extLst>
          </p:cNvPr>
          <p:cNvSpPr txBox="1"/>
          <p:nvPr/>
        </p:nvSpPr>
        <p:spPr>
          <a:xfrm>
            <a:off x="6504897" y="3557288"/>
            <a:ext cx="4644116" cy="89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좋은 기획서는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무엇을 만들지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보다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왜 이것을 먼저 만들어야 하는지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’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설명하는 문서임을 알게 됐다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설득의 언어가 곧 기획의 완성도라는 것을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배웠다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DEF12D-EC08-EC39-DC53-45AF9F9A2567}"/>
              </a:ext>
            </a:extLst>
          </p:cNvPr>
          <p:cNvSpPr txBox="1"/>
          <p:nvPr/>
        </p:nvSpPr>
        <p:spPr>
          <a:xfrm>
            <a:off x="1311580" y="2237934"/>
            <a:ext cx="10878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성장한 부분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2995F-8787-3374-A792-1B9B1E9D33D1}"/>
              </a:ext>
            </a:extLst>
          </p:cNvPr>
          <p:cNvSpPr txBox="1"/>
          <p:nvPr/>
        </p:nvSpPr>
        <p:spPr>
          <a:xfrm>
            <a:off x="6761314" y="2241267"/>
            <a:ext cx="12266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얻은 인사이트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5364DB-8E9F-0438-6E88-A204617CA427}"/>
              </a:ext>
            </a:extLst>
          </p:cNvPr>
          <p:cNvSpPr txBox="1"/>
          <p:nvPr/>
        </p:nvSpPr>
        <p:spPr>
          <a:xfrm>
            <a:off x="1311580" y="5074159"/>
            <a:ext cx="14307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향후 시도할 계획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7704C96-29E3-EC18-FD2B-0B673C2F8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897" y="2276767"/>
            <a:ext cx="256417" cy="25641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BBDA0B1-082A-656E-0DAA-A7B457411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5" y="2265220"/>
            <a:ext cx="268595" cy="26859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A419939-6D1C-F62D-6A62-EFCC813DA2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4" y="5109640"/>
            <a:ext cx="256417" cy="25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672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6D828-BA95-EA28-045B-A351406CF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0A279AED-2212-BC32-1A71-30776FA99070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B073C8-15E0-D377-BC26-7C5735ACE6BF}"/>
              </a:ext>
            </a:extLst>
          </p:cNvPr>
          <p:cNvSpPr txBox="1"/>
          <p:nvPr/>
        </p:nvSpPr>
        <p:spPr>
          <a:xfrm>
            <a:off x="1276348" y="1112770"/>
            <a:ext cx="12790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배운 점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1D8D77-2652-2F10-DBA6-C3A43CA8273B}"/>
              </a:ext>
            </a:extLst>
          </p:cNvPr>
          <p:cNvSpPr txBox="1"/>
          <p:nvPr/>
        </p:nvSpPr>
        <p:spPr>
          <a:xfrm>
            <a:off x="1276347" y="647699"/>
            <a:ext cx="7072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경험명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D2BA9B-DC66-325B-03B6-B9879AFA80B2}"/>
              </a:ext>
            </a:extLst>
          </p:cNvPr>
          <p:cNvSpPr txBox="1"/>
          <p:nvPr/>
        </p:nvSpPr>
        <p:spPr>
          <a:xfrm>
            <a:off x="1311580" y="2402694"/>
            <a:ext cx="10878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성장한 부분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83A40-2B14-4918-93E7-4E388EF5D7C1}"/>
              </a:ext>
            </a:extLst>
          </p:cNvPr>
          <p:cNvSpPr txBox="1"/>
          <p:nvPr/>
        </p:nvSpPr>
        <p:spPr>
          <a:xfrm>
            <a:off x="1042986" y="2778927"/>
            <a:ext cx="4639357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경험을 통해 역량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태도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일하는 방식 측면에서 구체적으로 성장한 점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47CD3B5-2150-9EF1-E565-860C464724EB}"/>
              </a:ext>
            </a:extLst>
          </p:cNvPr>
          <p:cNvSpPr/>
          <p:nvPr/>
        </p:nvSpPr>
        <p:spPr>
          <a:xfrm>
            <a:off x="819149" y="2175897"/>
            <a:ext cx="5091793" cy="1670956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BBC042-E03A-8BDC-F835-58F3A01DFC46}"/>
              </a:ext>
            </a:extLst>
          </p:cNvPr>
          <p:cNvSpPr txBox="1"/>
          <p:nvPr/>
        </p:nvSpPr>
        <p:spPr>
          <a:xfrm>
            <a:off x="1042986" y="3109403"/>
            <a:ext cx="4639357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 경험을 통해 역량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태도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일하는 방식 측면에서 구체적으로 성장한 점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49CBC1-04BE-A31D-655A-C446CA72FB1E}"/>
              </a:ext>
            </a:extLst>
          </p:cNvPr>
          <p:cNvSpPr txBox="1"/>
          <p:nvPr/>
        </p:nvSpPr>
        <p:spPr>
          <a:xfrm>
            <a:off x="6761314" y="2406027"/>
            <a:ext cx="12266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얻은 인사이트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36B310-5E65-6CA4-5C8D-341AA2E28C23}"/>
              </a:ext>
            </a:extLst>
          </p:cNvPr>
          <p:cNvSpPr txBox="1"/>
          <p:nvPr/>
        </p:nvSpPr>
        <p:spPr>
          <a:xfrm>
            <a:off x="6504898" y="2778927"/>
            <a:ext cx="3839254" cy="336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업무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관계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대상 등을 이해하는 방식에서 새롭게 얻은 관점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038CB7E-F6EB-BFB1-CA27-24B86CAFAFDB}"/>
              </a:ext>
            </a:extLst>
          </p:cNvPr>
          <p:cNvSpPr/>
          <p:nvPr/>
        </p:nvSpPr>
        <p:spPr>
          <a:xfrm>
            <a:off x="6281060" y="2175897"/>
            <a:ext cx="5091793" cy="1670956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DCF492-77DA-D69A-1AF9-1971F54019DE}"/>
              </a:ext>
            </a:extLst>
          </p:cNvPr>
          <p:cNvSpPr txBox="1"/>
          <p:nvPr/>
        </p:nvSpPr>
        <p:spPr>
          <a:xfrm>
            <a:off x="6504897" y="3110172"/>
            <a:ext cx="3839254" cy="336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업무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관계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대상 등을 이해하는 방식에서 새롭게 얻은 관점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B93F99E-50FB-A491-FCD6-796A62E010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897" y="2441527"/>
            <a:ext cx="256417" cy="25641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615AC3E-360F-E091-198B-D48FD2B5A5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5" y="2429349"/>
            <a:ext cx="268595" cy="26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510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767DD-FC08-342A-0D4D-5BF631ECB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7C9616E1-E937-51FB-4EA8-2362D1C66D66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BD28B2-088D-D0E7-B7AB-AB48E5E88864}"/>
              </a:ext>
            </a:extLst>
          </p:cNvPr>
          <p:cNvSpPr txBox="1"/>
          <p:nvPr/>
        </p:nvSpPr>
        <p:spPr>
          <a:xfrm>
            <a:off x="1276348" y="1112770"/>
            <a:ext cx="12790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배운 점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2F96F-EE29-7343-FC4C-9ADCA79CE121}"/>
              </a:ext>
            </a:extLst>
          </p:cNvPr>
          <p:cNvSpPr txBox="1"/>
          <p:nvPr/>
        </p:nvSpPr>
        <p:spPr>
          <a:xfrm>
            <a:off x="1042986" y="2778928"/>
            <a:ext cx="4639357" cy="613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화려한 기능보다는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핵심 가치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 집중하여 개발 리소스를 조율하는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PM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일정 관리 역량과 커뮤니케이션 스킬이 성장했다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BED2DCE-B9E5-FF96-3B62-3FDC499B9AC3}"/>
              </a:ext>
            </a:extLst>
          </p:cNvPr>
          <p:cNvSpPr/>
          <p:nvPr/>
        </p:nvSpPr>
        <p:spPr>
          <a:xfrm>
            <a:off x="819149" y="2175897"/>
            <a:ext cx="5091793" cy="2632541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0B800A-01EB-22C3-F5D7-0FBB2E62F45C}"/>
              </a:ext>
            </a:extLst>
          </p:cNvPr>
          <p:cNvSpPr txBox="1"/>
          <p:nvPr/>
        </p:nvSpPr>
        <p:spPr>
          <a:xfrm>
            <a:off x="1042986" y="3445624"/>
            <a:ext cx="4639357" cy="89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이해관계자별로 다른 언어로 소통하는 법을 익혔다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개발팀에는 기술 제약을 존중하며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비즈니스 팀에는 수치 중심으로 설득하는 커뮤니케이션 방식을 체득했다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D449DF-FC31-76B7-9C1E-2799C8DB0D70}"/>
              </a:ext>
            </a:extLst>
          </p:cNvPr>
          <p:cNvSpPr txBox="1"/>
          <p:nvPr/>
        </p:nvSpPr>
        <p:spPr>
          <a:xfrm>
            <a:off x="6504898" y="2778928"/>
            <a:ext cx="4644116" cy="891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UX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기획은 단순히 화면을 그리는 것이 아니라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비즈니스 목표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거래 </a:t>
            </a:r>
            <a:r>
              <a:rPr lang="ko-KR" altLang="en-US" sz="1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성사율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와 개발 현실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리소스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사이에서 최적의 균형점을 찾아가는 논리적 설계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과정임을 </a:t>
            </a:r>
            <a:r>
              <a:rPr lang="ko-KR" altLang="en-US" sz="1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깨달았다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06C5D02-CB9A-943B-152D-724CC5559EAD}"/>
              </a:ext>
            </a:extLst>
          </p:cNvPr>
          <p:cNvSpPr/>
          <p:nvPr/>
        </p:nvSpPr>
        <p:spPr>
          <a:xfrm>
            <a:off x="6281060" y="2175897"/>
            <a:ext cx="5091793" cy="2632541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C8EF3-C27E-9395-8FE4-DFF4A6BFB386}"/>
              </a:ext>
            </a:extLst>
          </p:cNvPr>
          <p:cNvSpPr txBox="1"/>
          <p:nvPr/>
        </p:nvSpPr>
        <p:spPr>
          <a:xfrm>
            <a:off x="1276346" y="647699"/>
            <a:ext cx="857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Teamie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ED399-9AE7-53E5-D2C0-74FE8B5031C9}"/>
              </a:ext>
            </a:extLst>
          </p:cNvPr>
          <p:cNvSpPr txBox="1"/>
          <p:nvPr/>
        </p:nvSpPr>
        <p:spPr>
          <a:xfrm>
            <a:off x="6504897" y="3722048"/>
            <a:ext cx="4644116" cy="89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좋은 기획서는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무엇을 만들지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보다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'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왜 이것을 먼저 만들어야 하는지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’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설명하는 문서임을 알게 됐다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설득의 언어가 곧 기획의 완성도라는 것을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배웠다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854F5E-A64E-5CF2-2CAB-CC50BCA4DA12}"/>
              </a:ext>
            </a:extLst>
          </p:cNvPr>
          <p:cNvSpPr txBox="1"/>
          <p:nvPr/>
        </p:nvSpPr>
        <p:spPr>
          <a:xfrm>
            <a:off x="1311580" y="2402694"/>
            <a:ext cx="10878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성장한 부분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4E80C1-C919-1D8E-1E57-ACC4F5C288AB}"/>
              </a:ext>
            </a:extLst>
          </p:cNvPr>
          <p:cNvSpPr txBox="1"/>
          <p:nvPr/>
        </p:nvSpPr>
        <p:spPr>
          <a:xfrm>
            <a:off x="6761314" y="2406027"/>
            <a:ext cx="12266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얻은 인사이트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83CD3FF-C768-CEA1-4F69-235D8D837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897" y="2441527"/>
            <a:ext cx="256417" cy="25641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14AB802-AB43-3BB6-9F30-26DD1070F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5" y="2429980"/>
            <a:ext cx="268595" cy="26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226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A8570-BE48-E9B1-010F-D1909FFE0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0D76A297-6CEB-DC08-3C86-73DA617553BA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6F1EFC-DC28-4ACE-E5AF-CF89E5EF7211}"/>
              </a:ext>
            </a:extLst>
          </p:cNvPr>
          <p:cNvSpPr txBox="1"/>
          <p:nvPr/>
        </p:nvSpPr>
        <p:spPr>
          <a:xfrm>
            <a:off x="1276348" y="1112770"/>
            <a:ext cx="12790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배운 점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7A6719-E431-C5ED-73DC-9532FEB37425}"/>
              </a:ext>
            </a:extLst>
          </p:cNvPr>
          <p:cNvSpPr txBox="1"/>
          <p:nvPr/>
        </p:nvSpPr>
        <p:spPr>
          <a:xfrm>
            <a:off x="1276347" y="647699"/>
            <a:ext cx="7072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경험명</a:t>
            </a:r>
            <a:endParaRPr lang="ko-KR" altLang="en-US" sz="15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F08FA0-C4F8-E56F-5E1B-C56BD8EF78A2}"/>
              </a:ext>
            </a:extLst>
          </p:cNvPr>
          <p:cNvSpPr txBox="1"/>
          <p:nvPr/>
        </p:nvSpPr>
        <p:spPr>
          <a:xfrm>
            <a:off x="1305488" y="2426753"/>
            <a:ext cx="14307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향후 시도할 계획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F148572-73B6-8F6E-2F7E-0436EB510153}"/>
              </a:ext>
            </a:extLst>
          </p:cNvPr>
          <p:cNvSpPr/>
          <p:nvPr/>
        </p:nvSpPr>
        <p:spPr>
          <a:xfrm>
            <a:off x="819147" y="2175897"/>
            <a:ext cx="10553704" cy="1934788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C5835B-9E31-E4A9-CE0E-8A8250C9A7AE}"/>
              </a:ext>
            </a:extLst>
          </p:cNvPr>
          <p:cNvSpPr txBox="1"/>
          <p:nvPr/>
        </p:nvSpPr>
        <p:spPr>
          <a:xfrm>
            <a:off x="1487448" y="2881085"/>
            <a:ext cx="6566129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추가적으로 공부하고 싶은 내용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이후 프로젝트에서 구체적으로 시도해보고 싶은 개선 방향이나 실천 계획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29AAE3-7DFF-E70B-6B99-A436F12EDFB6}"/>
              </a:ext>
            </a:extLst>
          </p:cNvPr>
          <p:cNvSpPr txBox="1"/>
          <p:nvPr/>
        </p:nvSpPr>
        <p:spPr>
          <a:xfrm>
            <a:off x="1487448" y="3349652"/>
            <a:ext cx="6566129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추가적으로 공부하고 싶은 내용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이후 프로젝트에서 구체적으로 시도해보고 싶은 개선 방향이나 실천 계획 </a:t>
            </a:r>
            <a:r>
              <a:rPr lang="en-US" altLang="ko-KR" sz="1200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2D4F90E-4182-52CE-C1BB-196E3D578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71" y="2458764"/>
            <a:ext cx="256417" cy="256417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73C0FCB-0ADE-49DE-5C1E-A6887A9BAADB}"/>
              </a:ext>
            </a:extLst>
          </p:cNvPr>
          <p:cNvCxnSpPr>
            <a:cxnSpLocks/>
          </p:cNvCxnSpPr>
          <p:nvPr/>
        </p:nvCxnSpPr>
        <p:spPr>
          <a:xfrm>
            <a:off x="1153297" y="2747191"/>
            <a:ext cx="0" cy="798944"/>
          </a:xfrm>
          <a:prstGeom prst="line">
            <a:avLst/>
          </a:prstGeom>
          <a:ln>
            <a:solidFill>
              <a:srgbClr val="5060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524166A-0C1E-2ED6-D352-15916F5C9953}"/>
              </a:ext>
            </a:extLst>
          </p:cNvPr>
          <p:cNvCxnSpPr>
            <a:cxnSpLocks/>
          </p:cNvCxnSpPr>
          <p:nvPr/>
        </p:nvCxnSpPr>
        <p:spPr>
          <a:xfrm>
            <a:off x="1153297" y="3077441"/>
            <a:ext cx="223836" cy="0"/>
          </a:xfrm>
          <a:prstGeom prst="straightConnector1">
            <a:avLst/>
          </a:prstGeom>
          <a:ln>
            <a:solidFill>
              <a:srgbClr val="5060C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103709B-A7EA-9CB4-3507-07C40F2265BA}"/>
              </a:ext>
            </a:extLst>
          </p:cNvPr>
          <p:cNvCxnSpPr>
            <a:cxnSpLocks/>
          </p:cNvCxnSpPr>
          <p:nvPr/>
        </p:nvCxnSpPr>
        <p:spPr>
          <a:xfrm>
            <a:off x="1153297" y="3537400"/>
            <a:ext cx="223836" cy="0"/>
          </a:xfrm>
          <a:prstGeom prst="straightConnector1">
            <a:avLst/>
          </a:prstGeom>
          <a:ln>
            <a:solidFill>
              <a:srgbClr val="5060C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4391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42778-8C46-DEA1-D9C6-4A976773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B0E90892-AE3C-E456-5514-CB458883B92C}"/>
              </a:ext>
            </a:extLst>
          </p:cNvPr>
          <p:cNvSpPr/>
          <p:nvPr/>
        </p:nvSpPr>
        <p:spPr>
          <a:xfrm>
            <a:off x="819150" y="647700"/>
            <a:ext cx="190500" cy="1069975"/>
          </a:xfrm>
          <a:prstGeom prst="rect">
            <a:avLst/>
          </a:prstGeom>
          <a:solidFill>
            <a:srgbClr val="5060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1DC4DE-0E87-0F51-5945-B1821FD14EC7}"/>
              </a:ext>
            </a:extLst>
          </p:cNvPr>
          <p:cNvSpPr txBox="1"/>
          <p:nvPr/>
        </p:nvSpPr>
        <p:spPr>
          <a:xfrm>
            <a:off x="1276348" y="1112770"/>
            <a:ext cx="12790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배운 점</a:t>
            </a:r>
            <a:endParaRPr lang="ko-KR" altLang="en-US" sz="3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0994C1-9FE7-4C75-628D-207A514AA06E}"/>
              </a:ext>
            </a:extLst>
          </p:cNvPr>
          <p:cNvSpPr txBox="1"/>
          <p:nvPr/>
        </p:nvSpPr>
        <p:spPr>
          <a:xfrm>
            <a:off x="1305488" y="2426753"/>
            <a:ext cx="14307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향후 시도할 계획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D38CFA9-0AB5-FF34-C17D-D075E9DA4E97}"/>
              </a:ext>
            </a:extLst>
          </p:cNvPr>
          <p:cNvSpPr/>
          <p:nvPr/>
        </p:nvSpPr>
        <p:spPr>
          <a:xfrm>
            <a:off x="819147" y="2175896"/>
            <a:ext cx="10553704" cy="2050117"/>
          </a:xfrm>
          <a:prstGeom prst="roundRect">
            <a:avLst>
              <a:gd name="adj" fmla="val 3094"/>
            </a:avLst>
          </a:prstGeom>
          <a:noFill/>
          <a:ln>
            <a:solidFill>
              <a:srgbClr val="5060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396588-8409-DE88-7CEF-2FD81A99D402}"/>
              </a:ext>
            </a:extLst>
          </p:cNvPr>
          <p:cNvSpPr txBox="1"/>
          <p:nvPr/>
        </p:nvSpPr>
        <p:spPr>
          <a:xfrm>
            <a:off x="1487448" y="2881085"/>
            <a:ext cx="9650106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이번 프로젝트에서는 구글 </a:t>
            </a:r>
            <a:r>
              <a:rPr lang="ko-KR" altLang="en-US" sz="1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애널리틱스를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기초적으로만 활용했지만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향후에는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SQL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을 학습하여 직접 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DB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에서 데이터를 추출하고 더 정교하게 사용자 행동 데이터를</a:t>
            </a:r>
            <a:b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분석해보고 싶다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6367B71-9845-6C13-8E3C-479834181408}"/>
              </a:ext>
            </a:extLst>
          </p:cNvPr>
          <p:cNvSpPr txBox="1"/>
          <p:nvPr/>
        </p:nvSpPr>
        <p:spPr>
          <a:xfrm>
            <a:off x="1487448" y="3555660"/>
            <a:ext cx="7327036" cy="33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A/B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테스트 설계를 직접 기획해보고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가설 수립부터 결과 해석까지 데이터 기반 의사결정 사이클을 한 번 완성해보고 싶다</a:t>
            </a:r>
            <a:r>
              <a:rPr lang="en-US" altLang="ko-KR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1200" dirty="0">
              <a:solidFill>
                <a:srgbClr val="FF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36F121D-5BC6-740A-E2EA-8ED689F3F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71" y="2458764"/>
            <a:ext cx="256417" cy="256417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C629FA4-1AB9-F627-4F57-6672BFFEDF72}"/>
              </a:ext>
            </a:extLst>
          </p:cNvPr>
          <p:cNvCxnSpPr>
            <a:cxnSpLocks/>
          </p:cNvCxnSpPr>
          <p:nvPr/>
        </p:nvCxnSpPr>
        <p:spPr>
          <a:xfrm>
            <a:off x="1153297" y="2747191"/>
            <a:ext cx="0" cy="1015638"/>
          </a:xfrm>
          <a:prstGeom prst="line">
            <a:avLst/>
          </a:prstGeom>
          <a:ln>
            <a:solidFill>
              <a:srgbClr val="5060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7851631-10B6-94A9-85CF-8B0AC701C3AD}"/>
              </a:ext>
            </a:extLst>
          </p:cNvPr>
          <p:cNvCxnSpPr>
            <a:cxnSpLocks/>
          </p:cNvCxnSpPr>
          <p:nvPr/>
        </p:nvCxnSpPr>
        <p:spPr>
          <a:xfrm>
            <a:off x="1153297" y="3077441"/>
            <a:ext cx="223836" cy="0"/>
          </a:xfrm>
          <a:prstGeom prst="straightConnector1">
            <a:avLst/>
          </a:prstGeom>
          <a:ln>
            <a:solidFill>
              <a:srgbClr val="5060C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6D77FD6-0614-1C28-84F0-CE0ADC54D1E5}"/>
              </a:ext>
            </a:extLst>
          </p:cNvPr>
          <p:cNvCxnSpPr>
            <a:cxnSpLocks/>
          </p:cNvCxnSpPr>
          <p:nvPr/>
        </p:nvCxnSpPr>
        <p:spPr>
          <a:xfrm>
            <a:off x="1153297" y="3750918"/>
            <a:ext cx="223836" cy="0"/>
          </a:xfrm>
          <a:prstGeom prst="straightConnector1">
            <a:avLst/>
          </a:prstGeom>
          <a:ln>
            <a:solidFill>
              <a:srgbClr val="5060C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E4B9B49-F5EC-4006-E744-0C7CF3731EC8}"/>
              </a:ext>
            </a:extLst>
          </p:cNvPr>
          <p:cNvSpPr txBox="1"/>
          <p:nvPr/>
        </p:nvSpPr>
        <p:spPr>
          <a:xfrm>
            <a:off x="1276346" y="647699"/>
            <a:ext cx="857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Teamie</a:t>
            </a:r>
            <a:endParaRPr lang="ko-KR" altLang="en-US" sz="15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4677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2321</Words>
  <Application>Microsoft Office PowerPoint</Application>
  <PresentationFormat>와이드스크린</PresentationFormat>
  <Paragraphs>345</Paragraphs>
  <Slides>33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Subin Kim</dc:creator>
  <cp:lastModifiedBy>Subin Kim</cp:lastModifiedBy>
  <cp:revision>5</cp:revision>
  <dcterms:created xsi:type="dcterms:W3CDTF">2026-05-15T09:05:42Z</dcterms:created>
  <dcterms:modified xsi:type="dcterms:W3CDTF">2026-05-18T04:56:50Z</dcterms:modified>
</cp:coreProperties>
</file>